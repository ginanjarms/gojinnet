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4.svg"/><Relationship Id="rId5" Type="http://schemas.openxmlformats.org/officeDocument/2006/relationships/image" Target="../media/image4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4.svg"/><Relationship Id="rId5" Type="http://schemas.openxmlformats.org/officeDocument/2006/relationships/image" Target="../media/image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5AF7CC-8C50-47FE-9257-3049A6F86BCD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9AEC4F2-4BBB-4E69-9C75-69AECAEA6057}">
      <dgm:prSet/>
      <dgm:spPr/>
      <dgm:t>
        <a:bodyPr/>
        <a:lstStyle/>
        <a:p>
          <a:r>
            <a:rPr lang="en-US" dirty="0"/>
            <a:t>Banyak area </a:t>
          </a:r>
          <a:r>
            <a:rPr lang="en-US" dirty="0" err="1"/>
            <a:t>belum</a:t>
          </a:r>
          <a:r>
            <a:rPr lang="en-US" dirty="0"/>
            <a:t> </a:t>
          </a:r>
          <a:r>
            <a:rPr lang="en-US" dirty="0" err="1"/>
            <a:t>terjangkau</a:t>
          </a:r>
          <a:r>
            <a:rPr lang="en-US" dirty="0"/>
            <a:t> ISP </a:t>
          </a:r>
          <a:r>
            <a:rPr lang="en-US" dirty="0" err="1"/>
            <a:t>besar</a:t>
          </a:r>
          <a:endParaRPr lang="en-US" dirty="0"/>
        </a:p>
      </dgm:t>
    </dgm:pt>
    <dgm:pt modelId="{7D8F58B3-C837-4BAC-BFAE-5A27DC122373}" type="parTrans" cxnId="{2F166758-2448-458C-8D2C-924C9EFB6BEE}">
      <dgm:prSet/>
      <dgm:spPr/>
      <dgm:t>
        <a:bodyPr/>
        <a:lstStyle/>
        <a:p>
          <a:endParaRPr lang="en-US"/>
        </a:p>
      </dgm:t>
    </dgm:pt>
    <dgm:pt modelId="{068BD65C-0421-4BE4-AE40-A83773F109DF}" type="sibTrans" cxnId="{2F166758-2448-458C-8D2C-924C9EFB6BEE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BB4FBDBD-5BD3-4D9E-914C-177DEFA27307}">
      <dgm:prSet/>
      <dgm:spPr/>
      <dgm:t>
        <a:bodyPr/>
        <a:lstStyle/>
        <a:p>
          <a:r>
            <a:rPr lang="en-US"/>
            <a:t>Pengelolaan RT/RW Net masih manual</a:t>
          </a:r>
        </a:p>
      </dgm:t>
    </dgm:pt>
    <dgm:pt modelId="{AAE38908-5C39-4276-B133-D044E5CC644F}" type="parTrans" cxnId="{F2268DA9-BB74-43E8-B6ED-C7AA45ED2CE2}">
      <dgm:prSet/>
      <dgm:spPr/>
      <dgm:t>
        <a:bodyPr/>
        <a:lstStyle/>
        <a:p>
          <a:endParaRPr lang="en-US"/>
        </a:p>
      </dgm:t>
    </dgm:pt>
    <dgm:pt modelId="{FC581E61-2B63-4D51-8A84-1655DBD997B8}" type="sibTrans" cxnId="{F2268DA9-BB74-43E8-B6ED-C7AA45ED2CE2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F7421E13-5962-4A6F-9FAD-D26A142BEA45}">
      <dgm:prSet/>
      <dgm:spPr/>
      <dgm:t>
        <a:bodyPr/>
        <a:lstStyle/>
        <a:p>
          <a:r>
            <a:rPr lang="en-US" dirty="0"/>
            <a:t>Sulit monitoring &amp; </a:t>
          </a:r>
          <a:r>
            <a:rPr lang="en-US" dirty="0" err="1"/>
            <a:t>pencatatan</a:t>
          </a:r>
          <a:r>
            <a:rPr lang="en-US" dirty="0"/>
            <a:t> </a:t>
          </a:r>
          <a:r>
            <a:rPr lang="en-US" dirty="0" err="1"/>
            <a:t>pembayaran</a:t>
          </a:r>
          <a:endParaRPr lang="en-US" dirty="0"/>
        </a:p>
      </dgm:t>
    </dgm:pt>
    <dgm:pt modelId="{DB1E640D-67EF-4FEC-810B-F13F68F995BF}" type="parTrans" cxnId="{A6220821-2D90-4F47-90C0-783707611F6B}">
      <dgm:prSet/>
      <dgm:spPr/>
      <dgm:t>
        <a:bodyPr/>
        <a:lstStyle/>
        <a:p>
          <a:endParaRPr lang="en-US"/>
        </a:p>
      </dgm:t>
    </dgm:pt>
    <dgm:pt modelId="{575031D2-F2BA-467B-B603-FA114E0A3962}" type="sibTrans" cxnId="{A6220821-2D90-4F47-90C0-783707611F6B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2DD3026E-BF53-4644-9CF4-368A6451104C}" type="pres">
      <dgm:prSet presAssocID="{055AF7CC-8C50-47FE-9257-3049A6F86BCD}" presName="Name0" presStyleCnt="0">
        <dgm:presLayoutVars>
          <dgm:animLvl val="lvl"/>
          <dgm:resizeHandles val="exact"/>
        </dgm:presLayoutVars>
      </dgm:prSet>
      <dgm:spPr/>
    </dgm:pt>
    <dgm:pt modelId="{6140B988-DFF7-48E7-94D0-7CD9CC7A16A0}" type="pres">
      <dgm:prSet presAssocID="{99AEC4F2-4BBB-4E69-9C75-69AECAEA6057}" presName="compositeNode" presStyleCnt="0">
        <dgm:presLayoutVars>
          <dgm:bulletEnabled val="1"/>
        </dgm:presLayoutVars>
      </dgm:prSet>
      <dgm:spPr/>
    </dgm:pt>
    <dgm:pt modelId="{DFDA027F-D35E-403C-80F5-E03051E8B7F0}" type="pres">
      <dgm:prSet presAssocID="{99AEC4F2-4BBB-4E69-9C75-69AECAEA6057}" presName="bgRect" presStyleLbl="bgAccFollowNode1" presStyleIdx="0" presStyleCnt="3"/>
      <dgm:spPr/>
    </dgm:pt>
    <dgm:pt modelId="{355962FA-DD1C-4BC0-AE8B-41DBFFEE456E}" type="pres">
      <dgm:prSet presAssocID="{068BD65C-0421-4BE4-AE40-A83773F109DF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D5605A10-4754-4021-9A7D-7BA530CE39A6}" type="pres">
      <dgm:prSet presAssocID="{99AEC4F2-4BBB-4E69-9C75-69AECAEA6057}" presName="bottomLine" presStyleLbl="alignNode1" presStyleIdx="1" presStyleCnt="6">
        <dgm:presLayoutVars/>
      </dgm:prSet>
      <dgm:spPr/>
    </dgm:pt>
    <dgm:pt modelId="{FDD9982C-8BC4-49FE-84E9-04895C537FC7}" type="pres">
      <dgm:prSet presAssocID="{99AEC4F2-4BBB-4E69-9C75-69AECAEA6057}" presName="nodeText" presStyleLbl="bgAccFollowNode1" presStyleIdx="0" presStyleCnt="3">
        <dgm:presLayoutVars>
          <dgm:bulletEnabled val="1"/>
        </dgm:presLayoutVars>
      </dgm:prSet>
      <dgm:spPr/>
    </dgm:pt>
    <dgm:pt modelId="{A53311E0-8A63-4C14-B8F2-1D212407D13C}" type="pres">
      <dgm:prSet presAssocID="{068BD65C-0421-4BE4-AE40-A83773F109DF}" presName="sibTrans" presStyleCnt="0"/>
      <dgm:spPr/>
    </dgm:pt>
    <dgm:pt modelId="{08FE9F7F-798A-4D93-8B19-CEB34896D177}" type="pres">
      <dgm:prSet presAssocID="{BB4FBDBD-5BD3-4D9E-914C-177DEFA27307}" presName="compositeNode" presStyleCnt="0">
        <dgm:presLayoutVars>
          <dgm:bulletEnabled val="1"/>
        </dgm:presLayoutVars>
      </dgm:prSet>
      <dgm:spPr/>
    </dgm:pt>
    <dgm:pt modelId="{9F6A7231-5578-4A7A-BD2C-7F7291B656B1}" type="pres">
      <dgm:prSet presAssocID="{BB4FBDBD-5BD3-4D9E-914C-177DEFA27307}" presName="bgRect" presStyleLbl="bgAccFollowNode1" presStyleIdx="1" presStyleCnt="3"/>
      <dgm:spPr/>
    </dgm:pt>
    <dgm:pt modelId="{CFBFDC8B-D77A-44C9-93F4-DC0CB3BFCA45}" type="pres">
      <dgm:prSet presAssocID="{FC581E61-2B63-4D51-8A84-1655DBD997B8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0EFE058E-23FE-44AE-BA32-20C4B1D13FAC}" type="pres">
      <dgm:prSet presAssocID="{BB4FBDBD-5BD3-4D9E-914C-177DEFA27307}" presName="bottomLine" presStyleLbl="alignNode1" presStyleIdx="3" presStyleCnt="6">
        <dgm:presLayoutVars/>
      </dgm:prSet>
      <dgm:spPr/>
    </dgm:pt>
    <dgm:pt modelId="{4E720601-D575-414E-85EB-972CF4E5DC1B}" type="pres">
      <dgm:prSet presAssocID="{BB4FBDBD-5BD3-4D9E-914C-177DEFA27307}" presName="nodeText" presStyleLbl="bgAccFollowNode1" presStyleIdx="1" presStyleCnt="3">
        <dgm:presLayoutVars>
          <dgm:bulletEnabled val="1"/>
        </dgm:presLayoutVars>
      </dgm:prSet>
      <dgm:spPr/>
    </dgm:pt>
    <dgm:pt modelId="{8BB0EFA6-FAB0-4428-BEDD-638DC66AC46C}" type="pres">
      <dgm:prSet presAssocID="{FC581E61-2B63-4D51-8A84-1655DBD997B8}" presName="sibTrans" presStyleCnt="0"/>
      <dgm:spPr/>
    </dgm:pt>
    <dgm:pt modelId="{974ADF61-EEE1-42B5-B363-87880333EBE6}" type="pres">
      <dgm:prSet presAssocID="{F7421E13-5962-4A6F-9FAD-D26A142BEA45}" presName="compositeNode" presStyleCnt="0">
        <dgm:presLayoutVars>
          <dgm:bulletEnabled val="1"/>
        </dgm:presLayoutVars>
      </dgm:prSet>
      <dgm:spPr/>
    </dgm:pt>
    <dgm:pt modelId="{8FD80CBF-D916-4446-83F2-0594EEA74908}" type="pres">
      <dgm:prSet presAssocID="{F7421E13-5962-4A6F-9FAD-D26A142BEA45}" presName="bgRect" presStyleLbl="bgAccFollowNode1" presStyleIdx="2" presStyleCnt="3"/>
      <dgm:spPr/>
    </dgm:pt>
    <dgm:pt modelId="{A2DA4E2E-E079-43EE-9106-5C9F44107C3C}" type="pres">
      <dgm:prSet presAssocID="{575031D2-F2BA-467B-B603-FA114E0A3962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95042B72-F116-4BDE-B4DA-30A4383BE961}" type="pres">
      <dgm:prSet presAssocID="{F7421E13-5962-4A6F-9FAD-D26A142BEA45}" presName="bottomLine" presStyleLbl="alignNode1" presStyleIdx="5" presStyleCnt="6">
        <dgm:presLayoutVars/>
      </dgm:prSet>
      <dgm:spPr/>
    </dgm:pt>
    <dgm:pt modelId="{88170912-9557-4B76-82AA-27D0F860287C}" type="pres">
      <dgm:prSet presAssocID="{F7421E13-5962-4A6F-9FAD-D26A142BEA45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65203D00-1931-4A66-A44D-D887C6E4AECC}" type="presOf" srcId="{BB4FBDBD-5BD3-4D9E-914C-177DEFA27307}" destId="{9F6A7231-5578-4A7A-BD2C-7F7291B656B1}" srcOrd="0" destOrd="0" presId="urn:microsoft.com/office/officeart/2016/7/layout/BasicLinearProcessNumbered"/>
    <dgm:cxn modelId="{AD0D4F09-0C76-45F8-8342-CE9E83232611}" type="presOf" srcId="{FC581E61-2B63-4D51-8A84-1655DBD997B8}" destId="{CFBFDC8B-D77A-44C9-93F4-DC0CB3BFCA45}" srcOrd="0" destOrd="0" presId="urn:microsoft.com/office/officeart/2016/7/layout/BasicLinearProcessNumbered"/>
    <dgm:cxn modelId="{A6220821-2D90-4F47-90C0-783707611F6B}" srcId="{055AF7CC-8C50-47FE-9257-3049A6F86BCD}" destId="{F7421E13-5962-4A6F-9FAD-D26A142BEA45}" srcOrd="2" destOrd="0" parTransId="{DB1E640D-67EF-4FEC-810B-F13F68F995BF}" sibTransId="{575031D2-F2BA-467B-B603-FA114E0A3962}"/>
    <dgm:cxn modelId="{F415C847-0902-4268-B8DA-31C9A437765D}" type="presOf" srcId="{068BD65C-0421-4BE4-AE40-A83773F109DF}" destId="{355962FA-DD1C-4BC0-AE8B-41DBFFEE456E}" srcOrd="0" destOrd="0" presId="urn:microsoft.com/office/officeart/2016/7/layout/BasicLinearProcessNumbered"/>
    <dgm:cxn modelId="{F3D64A49-264D-4997-BF7D-FA52C9432C25}" type="presOf" srcId="{575031D2-F2BA-467B-B603-FA114E0A3962}" destId="{A2DA4E2E-E079-43EE-9106-5C9F44107C3C}" srcOrd="0" destOrd="0" presId="urn:microsoft.com/office/officeart/2016/7/layout/BasicLinearProcessNumbered"/>
    <dgm:cxn modelId="{E6379B73-1E57-45E8-8651-51A5D4F96BD5}" type="presOf" srcId="{F7421E13-5962-4A6F-9FAD-D26A142BEA45}" destId="{88170912-9557-4B76-82AA-27D0F860287C}" srcOrd="1" destOrd="0" presId="urn:microsoft.com/office/officeart/2016/7/layout/BasicLinearProcessNumbered"/>
    <dgm:cxn modelId="{DEEEC577-4F7D-42F3-B853-0F920681A602}" type="presOf" srcId="{F7421E13-5962-4A6F-9FAD-D26A142BEA45}" destId="{8FD80CBF-D916-4446-83F2-0594EEA74908}" srcOrd="0" destOrd="0" presId="urn:microsoft.com/office/officeart/2016/7/layout/BasicLinearProcessNumbered"/>
    <dgm:cxn modelId="{2F166758-2448-458C-8D2C-924C9EFB6BEE}" srcId="{055AF7CC-8C50-47FE-9257-3049A6F86BCD}" destId="{99AEC4F2-4BBB-4E69-9C75-69AECAEA6057}" srcOrd="0" destOrd="0" parTransId="{7D8F58B3-C837-4BAC-BFAE-5A27DC122373}" sibTransId="{068BD65C-0421-4BE4-AE40-A83773F109DF}"/>
    <dgm:cxn modelId="{659AB059-1C4C-4888-86DC-8D16E4DBB075}" type="presOf" srcId="{99AEC4F2-4BBB-4E69-9C75-69AECAEA6057}" destId="{FDD9982C-8BC4-49FE-84E9-04895C537FC7}" srcOrd="1" destOrd="0" presId="urn:microsoft.com/office/officeart/2016/7/layout/BasicLinearProcessNumbered"/>
    <dgm:cxn modelId="{DC3C589C-889B-4CF6-8D98-C38F84913C36}" type="presOf" srcId="{055AF7CC-8C50-47FE-9257-3049A6F86BCD}" destId="{2DD3026E-BF53-4644-9CF4-368A6451104C}" srcOrd="0" destOrd="0" presId="urn:microsoft.com/office/officeart/2016/7/layout/BasicLinearProcessNumbered"/>
    <dgm:cxn modelId="{F2268DA9-BB74-43E8-B6ED-C7AA45ED2CE2}" srcId="{055AF7CC-8C50-47FE-9257-3049A6F86BCD}" destId="{BB4FBDBD-5BD3-4D9E-914C-177DEFA27307}" srcOrd="1" destOrd="0" parTransId="{AAE38908-5C39-4276-B133-D044E5CC644F}" sibTransId="{FC581E61-2B63-4D51-8A84-1655DBD997B8}"/>
    <dgm:cxn modelId="{A9553BB3-CB1F-4559-AB1E-DE615B09CC60}" type="presOf" srcId="{99AEC4F2-4BBB-4E69-9C75-69AECAEA6057}" destId="{DFDA027F-D35E-403C-80F5-E03051E8B7F0}" srcOrd="0" destOrd="0" presId="urn:microsoft.com/office/officeart/2016/7/layout/BasicLinearProcessNumbered"/>
    <dgm:cxn modelId="{BC0BEFBE-6FEB-4C4C-94A2-FCAB4DE656F4}" type="presOf" srcId="{BB4FBDBD-5BD3-4D9E-914C-177DEFA27307}" destId="{4E720601-D575-414E-85EB-972CF4E5DC1B}" srcOrd="1" destOrd="0" presId="urn:microsoft.com/office/officeart/2016/7/layout/BasicLinearProcessNumbered"/>
    <dgm:cxn modelId="{BBA16FDC-8E71-44FC-814B-1F12B9DA6DAA}" type="presParOf" srcId="{2DD3026E-BF53-4644-9CF4-368A6451104C}" destId="{6140B988-DFF7-48E7-94D0-7CD9CC7A16A0}" srcOrd="0" destOrd="0" presId="urn:microsoft.com/office/officeart/2016/7/layout/BasicLinearProcessNumbered"/>
    <dgm:cxn modelId="{16C13863-B0E9-4D9B-8A68-38818BAFEF9B}" type="presParOf" srcId="{6140B988-DFF7-48E7-94D0-7CD9CC7A16A0}" destId="{DFDA027F-D35E-403C-80F5-E03051E8B7F0}" srcOrd="0" destOrd="0" presId="urn:microsoft.com/office/officeart/2016/7/layout/BasicLinearProcessNumbered"/>
    <dgm:cxn modelId="{1F5A8EBE-9D7F-4BC2-A636-A9F23FC6D1F5}" type="presParOf" srcId="{6140B988-DFF7-48E7-94D0-7CD9CC7A16A0}" destId="{355962FA-DD1C-4BC0-AE8B-41DBFFEE456E}" srcOrd="1" destOrd="0" presId="urn:microsoft.com/office/officeart/2016/7/layout/BasicLinearProcessNumbered"/>
    <dgm:cxn modelId="{0831B861-D03B-4993-8A0A-CEC7C307EAEB}" type="presParOf" srcId="{6140B988-DFF7-48E7-94D0-7CD9CC7A16A0}" destId="{D5605A10-4754-4021-9A7D-7BA530CE39A6}" srcOrd="2" destOrd="0" presId="urn:microsoft.com/office/officeart/2016/7/layout/BasicLinearProcessNumbered"/>
    <dgm:cxn modelId="{C5F28DE3-CA90-44CF-88B6-EF594AF7482B}" type="presParOf" srcId="{6140B988-DFF7-48E7-94D0-7CD9CC7A16A0}" destId="{FDD9982C-8BC4-49FE-84E9-04895C537FC7}" srcOrd="3" destOrd="0" presId="urn:microsoft.com/office/officeart/2016/7/layout/BasicLinearProcessNumbered"/>
    <dgm:cxn modelId="{53A7080F-8391-41CD-8FDC-A9D4494ACFF0}" type="presParOf" srcId="{2DD3026E-BF53-4644-9CF4-368A6451104C}" destId="{A53311E0-8A63-4C14-B8F2-1D212407D13C}" srcOrd="1" destOrd="0" presId="urn:microsoft.com/office/officeart/2016/7/layout/BasicLinearProcessNumbered"/>
    <dgm:cxn modelId="{9B6335CE-3562-4BFF-A843-4C3E3EB9C0CC}" type="presParOf" srcId="{2DD3026E-BF53-4644-9CF4-368A6451104C}" destId="{08FE9F7F-798A-4D93-8B19-CEB34896D177}" srcOrd="2" destOrd="0" presId="urn:microsoft.com/office/officeart/2016/7/layout/BasicLinearProcessNumbered"/>
    <dgm:cxn modelId="{5CF88DCF-AD94-4F45-8FC1-074525D083BC}" type="presParOf" srcId="{08FE9F7F-798A-4D93-8B19-CEB34896D177}" destId="{9F6A7231-5578-4A7A-BD2C-7F7291B656B1}" srcOrd="0" destOrd="0" presId="urn:microsoft.com/office/officeart/2016/7/layout/BasicLinearProcessNumbered"/>
    <dgm:cxn modelId="{D168A45F-9E7C-4AAB-A92A-242BCAD430A8}" type="presParOf" srcId="{08FE9F7F-798A-4D93-8B19-CEB34896D177}" destId="{CFBFDC8B-D77A-44C9-93F4-DC0CB3BFCA45}" srcOrd="1" destOrd="0" presId="urn:microsoft.com/office/officeart/2016/7/layout/BasicLinearProcessNumbered"/>
    <dgm:cxn modelId="{6EA2B0A9-257D-4F96-A836-60F1EAEB4708}" type="presParOf" srcId="{08FE9F7F-798A-4D93-8B19-CEB34896D177}" destId="{0EFE058E-23FE-44AE-BA32-20C4B1D13FAC}" srcOrd="2" destOrd="0" presId="urn:microsoft.com/office/officeart/2016/7/layout/BasicLinearProcessNumbered"/>
    <dgm:cxn modelId="{9DEE2A66-6E9E-4A46-B050-5D4823F136CE}" type="presParOf" srcId="{08FE9F7F-798A-4D93-8B19-CEB34896D177}" destId="{4E720601-D575-414E-85EB-972CF4E5DC1B}" srcOrd="3" destOrd="0" presId="urn:microsoft.com/office/officeart/2016/7/layout/BasicLinearProcessNumbered"/>
    <dgm:cxn modelId="{FA26BB11-0E5F-41A5-8928-E90D6F8557A0}" type="presParOf" srcId="{2DD3026E-BF53-4644-9CF4-368A6451104C}" destId="{8BB0EFA6-FAB0-4428-BEDD-638DC66AC46C}" srcOrd="3" destOrd="0" presId="urn:microsoft.com/office/officeart/2016/7/layout/BasicLinearProcessNumbered"/>
    <dgm:cxn modelId="{3CD8F506-B96D-406D-912E-33DAFF4CCF44}" type="presParOf" srcId="{2DD3026E-BF53-4644-9CF4-368A6451104C}" destId="{974ADF61-EEE1-42B5-B363-87880333EBE6}" srcOrd="4" destOrd="0" presId="urn:microsoft.com/office/officeart/2016/7/layout/BasicLinearProcessNumbered"/>
    <dgm:cxn modelId="{88BA67AE-B220-408B-B51A-7A74057E3D48}" type="presParOf" srcId="{974ADF61-EEE1-42B5-B363-87880333EBE6}" destId="{8FD80CBF-D916-4446-83F2-0594EEA74908}" srcOrd="0" destOrd="0" presId="urn:microsoft.com/office/officeart/2016/7/layout/BasicLinearProcessNumbered"/>
    <dgm:cxn modelId="{416A7C82-930C-49D8-8DC2-ABD51F76CA67}" type="presParOf" srcId="{974ADF61-EEE1-42B5-B363-87880333EBE6}" destId="{A2DA4E2E-E079-43EE-9106-5C9F44107C3C}" srcOrd="1" destOrd="0" presId="urn:microsoft.com/office/officeart/2016/7/layout/BasicLinearProcessNumbered"/>
    <dgm:cxn modelId="{3B9FBE2B-F354-47E6-A93B-0365ACDABFAF}" type="presParOf" srcId="{974ADF61-EEE1-42B5-B363-87880333EBE6}" destId="{95042B72-F116-4BDE-B4DA-30A4383BE961}" srcOrd="2" destOrd="0" presId="urn:microsoft.com/office/officeart/2016/7/layout/BasicLinearProcessNumbered"/>
    <dgm:cxn modelId="{92B5F01C-0663-4025-9B39-EEC920F5DE9B}" type="presParOf" srcId="{974ADF61-EEE1-42B5-B363-87880333EBE6}" destId="{88170912-9557-4B76-82AA-27D0F860287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2791B0-F647-4635-9D91-909D605101A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1126357-4621-4017-BEF9-D891F90DEAB4}">
      <dgm:prSet/>
      <dgm:spPr/>
      <dgm:t>
        <a:bodyPr/>
        <a:lstStyle/>
        <a:p>
          <a:pPr>
            <a:defRPr cap="all"/>
          </a:pPr>
          <a:r>
            <a:rPr lang="en-US"/>
            <a:t>Menyediakan layanan internet lokal </a:t>
          </a:r>
        </a:p>
      </dgm:t>
    </dgm:pt>
    <dgm:pt modelId="{70B6CBBB-B30D-4873-AED5-8E78F3D72155}" type="parTrans" cxnId="{B06267B9-37D2-4E26-8500-F3CABB03D701}">
      <dgm:prSet/>
      <dgm:spPr/>
      <dgm:t>
        <a:bodyPr/>
        <a:lstStyle/>
        <a:p>
          <a:endParaRPr lang="en-US"/>
        </a:p>
      </dgm:t>
    </dgm:pt>
    <dgm:pt modelId="{1432C85A-31C6-4363-8C79-7D1CD799D2A6}" type="sibTrans" cxnId="{B06267B9-37D2-4E26-8500-F3CABB03D701}">
      <dgm:prSet/>
      <dgm:spPr/>
      <dgm:t>
        <a:bodyPr/>
        <a:lstStyle/>
        <a:p>
          <a:endParaRPr lang="en-US"/>
        </a:p>
      </dgm:t>
    </dgm:pt>
    <dgm:pt modelId="{B89119A2-DD8F-437A-933E-2CA41DDBCACD}">
      <dgm:prSet/>
      <dgm:spPr/>
      <dgm:t>
        <a:bodyPr/>
        <a:lstStyle/>
        <a:p>
          <a:pPr>
            <a:defRPr cap="all"/>
          </a:pPr>
          <a:r>
            <a:rPr lang="en-US"/>
            <a:t>Monitoring jaringan real-time </a:t>
          </a:r>
        </a:p>
      </dgm:t>
    </dgm:pt>
    <dgm:pt modelId="{C366F4BF-32F1-4E47-BBF4-2BA838BD074E}" type="parTrans" cxnId="{2D62CD62-D23E-45CA-9008-4C7DE241A835}">
      <dgm:prSet/>
      <dgm:spPr/>
      <dgm:t>
        <a:bodyPr/>
        <a:lstStyle/>
        <a:p>
          <a:endParaRPr lang="en-US"/>
        </a:p>
      </dgm:t>
    </dgm:pt>
    <dgm:pt modelId="{FDA6A6A1-07ED-4969-BBA1-C0126DB55C72}" type="sibTrans" cxnId="{2D62CD62-D23E-45CA-9008-4C7DE241A835}">
      <dgm:prSet/>
      <dgm:spPr/>
      <dgm:t>
        <a:bodyPr/>
        <a:lstStyle/>
        <a:p>
          <a:endParaRPr lang="en-US"/>
        </a:p>
      </dgm:t>
    </dgm:pt>
    <dgm:pt modelId="{9B39C1B8-B545-48E0-9B43-ED4F6B61626B}">
      <dgm:prSet/>
      <dgm:spPr/>
      <dgm:t>
        <a:bodyPr/>
        <a:lstStyle/>
        <a:p>
          <a:pPr>
            <a:defRPr cap="all"/>
          </a:pPr>
          <a:r>
            <a:rPr lang="en-US"/>
            <a:t>Sistem manajemen pelanggan &amp; pembayaran</a:t>
          </a:r>
        </a:p>
      </dgm:t>
    </dgm:pt>
    <dgm:pt modelId="{B592B3A7-3F78-4567-9479-59D6B170FB40}" type="parTrans" cxnId="{A8455A40-D6AA-4635-A10D-F9F4F624B815}">
      <dgm:prSet/>
      <dgm:spPr/>
      <dgm:t>
        <a:bodyPr/>
        <a:lstStyle/>
        <a:p>
          <a:endParaRPr lang="en-US"/>
        </a:p>
      </dgm:t>
    </dgm:pt>
    <dgm:pt modelId="{9A35015A-1EE8-4C1C-BE25-48AF668B165E}" type="sibTrans" cxnId="{A8455A40-D6AA-4635-A10D-F9F4F624B815}">
      <dgm:prSet/>
      <dgm:spPr/>
      <dgm:t>
        <a:bodyPr/>
        <a:lstStyle/>
        <a:p>
          <a:endParaRPr lang="en-US"/>
        </a:p>
      </dgm:t>
    </dgm:pt>
    <dgm:pt modelId="{C5C97B48-BFE1-47B4-8DFD-418C44EB4A57}" type="pres">
      <dgm:prSet presAssocID="{382791B0-F647-4635-9D91-909D605101A5}" presName="root" presStyleCnt="0">
        <dgm:presLayoutVars>
          <dgm:dir/>
          <dgm:resizeHandles val="exact"/>
        </dgm:presLayoutVars>
      </dgm:prSet>
      <dgm:spPr/>
    </dgm:pt>
    <dgm:pt modelId="{296F68B4-6684-47DA-A55E-24A264859EDE}" type="pres">
      <dgm:prSet presAssocID="{E1126357-4621-4017-BEF9-D891F90DEAB4}" presName="compNode" presStyleCnt="0"/>
      <dgm:spPr/>
    </dgm:pt>
    <dgm:pt modelId="{569BC801-CF25-470A-AEE7-53DB6D764685}" type="pres">
      <dgm:prSet presAssocID="{E1126357-4621-4017-BEF9-D891F90DEAB4}" presName="iconBgRect" presStyleLbl="bgShp" presStyleIdx="0" presStyleCnt="3"/>
      <dgm:spPr/>
    </dgm:pt>
    <dgm:pt modelId="{81D6F7D2-DE49-48CD-B3AC-A5E08FE00B02}" type="pres">
      <dgm:prSet presAssocID="{E1126357-4621-4017-BEF9-D891F90DEAB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D6C4413-1683-4672-8FD5-9450BB9915A3}" type="pres">
      <dgm:prSet presAssocID="{E1126357-4621-4017-BEF9-D891F90DEAB4}" presName="spaceRect" presStyleCnt="0"/>
      <dgm:spPr/>
    </dgm:pt>
    <dgm:pt modelId="{DAEA575F-085F-4ECC-BAF4-F28D3D1F5B72}" type="pres">
      <dgm:prSet presAssocID="{E1126357-4621-4017-BEF9-D891F90DEAB4}" presName="textRect" presStyleLbl="revTx" presStyleIdx="0" presStyleCnt="3">
        <dgm:presLayoutVars>
          <dgm:chMax val="1"/>
          <dgm:chPref val="1"/>
        </dgm:presLayoutVars>
      </dgm:prSet>
      <dgm:spPr/>
    </dgm:pt>
    <dgm:pt modelId="{B143083C-D502-4055-811D-059318C82E43}" type="pres">
      <dgm:prSet presAssocID="{1432C85A-31C6-4363-8C79-7D1CD799D2A6}" presName="sibTrans" presStyleCnt="0"/>
      <dgm:spPr/>
    </dgm:pt>
    <dgm:pt modelId="{96021479-14BD-4480-BCB5-F367B8EDB1EE}" type="pres">
      <dgm:prSet presAssocID="{B89119A2-DD8F-437A-933E-2CA41DDBCACD}" presName="compNode" presStyleCnt="0"/>
      <dgm:spPr/>
    </dgm:pt>
    <dgm:pt modelId="{653A45E2-5C67-4374-9F03-A194BF337836}" type="pres">
      <dgm:prSet presAssocID="{B89119A2-DD8F-437A-933E-2CA41DDBCACD}" presName="iconBgRect" presStyleLbl="bgShp" presStyleIdx="1" presStyleCnt="3"/>
      <dgm:spPr/>
    </dgm:pt>
    <dgm:pt modelId="{F66A52C0-4D28-44AB-80D3-E9783E5396FC}" type="pres">
      <dgm:prSet presAssocID="{B89119A2-DD8F-437A-933E-2CA41DDBCAC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C2D8B8A-B3BC-4CAC-92D0-EA4897D2A278}" type="pres">
      <dgm:prSet presAssocID="{B89119A2-DD8F-437A-933E-2CA41DDBCACD}" presName="spaceRect" presStyleCnt="0"/>
      <dgm:spPr/>
    </dgm:pt>
    <dgm:pt modelId="{D9EFCC40-3C24-4B4C-B82A-DAA769B6E891}" type="pres">
      <dgm:prSet presAssocID="{B89119A2-DD8F-437A-933E-2CA41DDBCACD}" presName="textRect" presStyleLbl="revTx" presStyleIdx="1" presStyleCnt="3">
        <dgm:presLayoutVars>
          <dgm:chMax val="1"/>
          <dgm:chPref val="1"/>
        </dgm:presLayoutVars>
      </dgm:prSet>
      <dgm:spPr/>
    </dgm:pt>
    <dgm:pt modelId="{9912FDBA-F175-49DB-9BC3-E2821973E2ED}" type="pres">
      <dgm:prSet presAssocID="{FDA6A6A1-07ED-4969-BBA1-C0126DB55C72}" presName="sibTrans" presStyleCnt="0"/>
      <dgm:spPr/>
    </dgm:pt>
    <dgm:pt modelId="{01F64FFF-AAD4-4334-A416-6DA2C52B2325}" type="pres">
      <dgm:prSet presAssocID="{9B39C1B8-B545-48E0-9B43-ED4F6B61626B}" presName="compNode" presStyleCnt="0"/>
      <dgm:spPr/>
    </dgm:pt>
    <dgm:pt modelId="{2FD72AB5-1061-4BF6-B584-E15E0393B20B}" type="pres">
      <dgm:prSet presAssocID="{9B39C1B8-B545-48E0-9B43-ED4F6B61626B}" presName="iconBgRect" presStyleLbl="bgShp" presStyleIdx="2" presStyleCnt="3"/>
      <dgm:spPr/>
    </dgm:pt>
    <dgm:pt modelId="{A5168E92-9F30-40D6-A8F4-04A44CCE9FD0}" type="pres">
      <dgm:prSet presAssocID="{9B39C1B8-B545-48E0-9B43-ED4F6B6162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F951E270-C1EE-4469-B043-ED9C603AA5D4}" type="pres">
      <dgm:prSet presAssocID="{9B39C1B8-B545-48E0-9B43-ED4F6B61626B}" presName="spaceRect" presStyleCnt="0"/>
      <dgm:spPr/>
    </dgm:pt>
    <dgm:pt modelId="{04441958-5947-401E-BDFC-E65F8206453A}" type="pres">
      <dgm:prSet presAssocID="{9B39C1B8-B545-48E0-9B43-ED4F6B61626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17A5214-2AEA-4327-893C-AD6270C82261}" type="presOf" srcId="{382791B0-F647-4635-9D91-909D605101A5}" destId="{C5C97B48-BFE1-47B4-8DFD-418C44EB4A57}" srcOrd="0" destOrd="0" presId="urn:microsoft.com/office/officeart/2018/5/layout/IconCircleLabelList"/>
    <dgm:cxn modelId="{DBA2401D-0EDE-4D69-A8B0-188A130568CB}" type="presOf" srcId="{B89119A2-DD8F-437A-933E-2CA41DDBCACD}" destId="{D9EFCC40-3C24-4B4C-B82A-DAA769B6E891}" srcOrd="0" destOrd="0" presId="urn:microsoft.com/office/officeart/2018/5/layout/IconCircleLabelList"/>
    <dgm:cxn modelId="{A8455A40-D6AA-4635-A10D-F9F4F624B815}" srcId="{382791B0-F647-4635-9D91-909D605101A5}" destId="{9B39C1B8-B545-48E0-9B43-ED4F6B61626B}" srcOrd="2" destOrd="0" parTransId="{B592B3A7-3F78-4567-9479-59D6B170FB40}" sibTransId="{9A35015A-1EE8-4C1C-BE25-48AF668B165E}"/>
    <dgm:cxn modelId="{2D62CD62-D23E-45CA-9008-4C7DE241A835}" srcId="{382791B0-F647-4635-9D91-909D605101A5}" destId="{B89119A2-DD8F-437A-933E-2CA41DDBCACD}" srcOrd="1" destOrd="0" parTransId="{C366F4BF-32F1-4E47-BBF4-2BA838BD074E}" sibTransId="{FDA6A6A1-07ED-4969-BBA1-C0126DB55C72}"/>
    <dgm:cxn modelId="{161E31B3-64FD-4AFB-AC79-8EA29E75055D}" type="presOf" srcId="{9B39C1B8-B545-48E0-9B43-ED4F6B61626B}" destId="{04441958-5947-401E-BDFC-E65F8206453A}" srcOrd="0" destOrd="0" presId="urn:microsoft.com/office/officeart/2018/5/layout/IconCircleLabelList"/>
    <dgm:cxn modelId="{B06267B9-37D2-4E26-8500-F3CABB03D701}" srcId="{382791B0-F647-4635-9D91-909D605101A5}" destId="{E1126357-4621-4017-BEF9-D891F90DEAB4}" srcOrd="0" destOrd="0" parTransId="{70B6CBBB-B30D-4873-AED5-8E78F3D72155}" sibTransId="{1432C85A-31C6-4363-8C79-7D1CD799D2A6}"/>
    <dgm:cxn modelId="{A03570D8-7646-4C01-B083-E1A0E8FA3E1F}" type="presOf" srcId="{E1126357-4621-4017-BEF9-D891F90DEAB4}" destId="{DAEA575F-085F-4ECC-BAF4-F28D3D1F5B72}" srcOrd="0" destOrd="0" presId="urn:microsoft.com/office/officeart/2018/5/layout/IconCircleLabelList"/>
    <dgm:cxn modelId="{4C9A645E-4A1E-4D74-9662-6855F8428E4F}" type="presParOf" srcId="{C5C97B48-BFE1-47B4-8DFD-418C44EB4A57}" destId="{296F68B4-6684-47DA-A55E-24A264859EDE}" srcOrd="0" destOrd="0" presId="urn:microsoft.com/office/officeart/2018/5/layout/IconCircleLabelList"/>
    <dgm:cxn modelId="{502C518A-248A-4E47-B916-9A988B9BB5AF}" type="presParOf" srcId="{296F68B4-6684-47DA-A55E-24A264859EDE}" destId="{569BC801-CF25-470A-AEE7-53DB6D764685}" srcOrd="0" destOrd="0" presId="urn:microsoft.com/office/officeart/2018/5/layout/IconCircleLabelList"/>
    <dgm:cxn modelId="{D688CE80-7E01-4A5F-894A-D697BA76CB47}" type="presParOf" srcId="{296F68B4-6684-47DA-A55E-24A264859EDE}" destId="{81D6F7D2-DE49-48CD-B3AC-A5E08FE00B02}" srcOrd="1" destOrd="0" presId="urn:microsoft.com/office/officeart/2018/5/layout/IconCircleLabelList"/>
    <dgm:cxn modelId="{8674B846-5EE0-42FD-895F-91C55BA25123}" type="presParOf" srcId="{296F68B4-6684-47DA-A55E-24A264859EDE}" destId="{4D6C4413-1683-4672-8FD5-9450BB9915A3}" srcOrd="2" destOrd="0" presId="urn:microsoft.com/office/officeart/2018/5/layout/IconCircleLabelList"/>
    <dgm:cxn modelId="{B41C0DED-CCDE-4CFE-BCCE-3FE40001C276}" type="presParOf" srcId="{296F68B4-6684-47DA-A55E-24A264859EDE}" destId="{DAEA575F-085F-4ECC-BAF4-F28D3D1F5B72}" srcOrd="3" destOrd="0" presId="urn:microsoft.com/office/officeart/2018/5/layout/IconCircleLabelList"/>
    <dgm:cxn modelId="{D43A691E-A44F-4583-8F4E-962348DDA02E}" type="presParOf" srcId="{C5C97B48-BFE1-47B4-8DFD-418C44EB4A57}" destId="{B143083C-D502-4055-811D-059318C82E43}" srcOrd="1" destOrd="0" presId="urn:microsoft.com/office/officeart/2018/5/layout/IconCircleLabelList"/>
    <dgm:cxn modelId="{4DB6577C-60DE-4F6D-AF49-52D5559389C9}" type="presParOf" srcId="{C5C97B48-BFE1-47B4-8DFD-418C44EB4A57}" destId="{96021479-14BD-4480-BCB5-F367B8EDB1EE}" srcOrd="2" destOrd="0" presId="urn:microsoft.com/office/officeart/2018/5/layout/IconCircleLabelList"/>
    <dgm:cxn modelId="{EC194E13-C5B6-4295-9CF7-EC6AD23B5E6B}" type="presParOf" srcId="{96021479-14BD-4480-BCB5-F367B8EDB1EE}" destId="{653A45E2-5C67-4374-9F03-A194BF337836}" srcOrd="0" destOrd="0" presId="urn:microsoft.com/office/officeart/2018/5/layout/IconCircleLabelList"/>
    <dgm:cxn modelId="{99A6318E-56AD-49E1-A203-29BCD8B7F1D7}" type="presParOf" srcId="{96021479-14BD-4480-BCB5-F367B8EDB1EE}" destId="{F66A52C0-4D28-44AB-80D3-E9783E5396FC}" srcOrd="1" destOrd="0" presId="urn:microsoft.com/office/officeart/2018/5/layout/IconCircleLabelList"/>
    <dgm:cxn modelId="{0458FC03-A5AA-4C09-B7D8-88D95E92A9CA}" type="presParOf" srcId="{96021479-14BD-4480-BCB5-F367B8EDB1EE}" destId="{5C2D8B8A-B3BC-4CAC-92D0-EA4897D2A278}" srcOrd="2" destOrd="0" presId="urn:microsoft.com/office/officeart/2018/5/layout/IconCircleLabelList"/>
    <dgm:cxn modelId="{F9FE172C-8B29-4109-BE5E-E99B41E75275}" type="presParOf" srcId="{96021479-14BD-4480-BCB5-F367B8EDB1EE}" destId="{D9EFCC40-3C24-4B4C-B82A-DAA769B6E891}" srcOrd="3" destOrd="0" presId="urn:microsoft.com/office/officeart/2018/5/layout/IconCircleLabelList"/>
    <dgm:cxn modelId="{9D1F56A3-0D5C-481F-9B01-2BDC03C05AFF}" type="presParOf" srcId="{C5C97B48-BFE1-47B4-8DFD-418C44EB4A57}" destId="{9912FDBA-F175-49DB-9BC3-E2821973E2ED}" srcOrd="3" destOrd="0" presId="urn:microsoft.com/office/officeart/2018/5/layout/IconCircleLabelList"/>
    <dgm:cxn modelId="{C18E57B7-458C-4FEE-844F-7F862971F5AC}" type="presParOf" srcId="{C5C97B48-BFE1-47B4-8DFD-418C44EB4A57}" destId="{01F64FFF-AAD4-4334-A416-6DA2C52B2325}" srcOrd="4" destOrd="0" presId="urn:microsoft.com/office/officeart/2018/5/layout/IconCircleLabelList"/>
    <dgm:cxn modelId="{64200147-75A8-48DE-A2BA-9C6EA7EC775D}" type="presParOf" srcId="{01F64FFF-AAD4-4334-A416-6DA2C52B2325}" destId="{2FD72AB5-1061-4BF6-B584-E15E0393B20B}" srcOrd="0" destOrd="0" presId="urn:microsoft.com/office/officeart/2018/5/layout/IconCircleLabelList"/>
    <dgm:cxn modelId="{EAC76C4D-0738-407F-9965-6BA28ABFA272}" type="presParOf" srcId="{01F64FFF-AAD4-4334-A416-6DA2C52B2325}" destId="{A5168E92-9F30-40D6-A8F4-04A44CCE9FD0}" srcOrd="1" destOrd="0" presId="urn:microsoft.com/office/officeart/2018/5/layout/IconCircleLabelList"/>
    <dgm:cxn modelId="{5BB6C3A3-BE96-46E0-86FF-70999200B728}" type="presParOf" srcId="{01F64FFF-AAD4-4334-A416-6DA2C52B2325}" destId="{F951E270-C1EE-4469-B043-ED9C603AA5D4}" srcOrd="2" destOrd="0" presId="urn:microsoft.com/office/officeart/2018/5/layout/IconCircleLabelList"/>
    <dgm:cxn modelId="{BFEC9676-09BD-45C7-8F30-1847448A8F89}" type="presParOf" srcId="{01F64FFF-AAD4-4334-A416-6DA2C52B2325}" destId="{04441958-5947-401E-BDFC-E65F8206453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ABE127-E85E-4769-9132-C59FB02F17F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7EE2E77-05E3-4CA8-8410-71659AE9617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Internet Rumah</a:t>
          </a:r>
        </a:p>
      </dgm:t>
    </dgm:pt>
    <dgm:pt modelId="{ADDA5BB1-D1BE-4F59-AA46-E27BD62A227D}" type="parTrans" cxnId="{AA1AEC87-5DBE-4414-AA4D-2B2BFB92FFC9}">
      <dgm:prSet/>
      <dgm:spPr/>
      <dgm:t>
        <a:bodyPr/>
        <a:lstStyle/>
        <a:p>
          <a:endParaRPr lang="en-US"/>
        </a:p>
      </dgm:t>
    </dgm:pt>
    <dgm:pt modelId="{130B5EF2-CAE9-4E42-AFEB-EB0CB685AE78}" type="sibTrans" cxnId="{AA1AEC87-5DBE-4414-AA4D-2B2BFB92FFC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AD3272B-5041-47FB-8CAD-401C98F4411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Internet UMKM </a:t>
          </a:r>
        </a:p>
      </dgm:t>
    </dgm:pt>
    <dgm:pt modelId="{61F8495A-706A-48CC-B61C-7D3130AD0737}" type="parTrans" cxnId="{79A4F23C-0F47-426D-ADFE-85772FB0A42F}">
      <dgm:prSet/>
      <dgm:spPr/>
      <dgm:t>
        <a:bodyPr/>
        <a:lstStyle/>
        <a:p>
          <a:endParaRPr lang="en-US"/>
        </a:p>
      </dgm:t>
    </dgm:pt>
    <dgm:pt modelId="{A916B960-F9B1-4FBC-BDBB-A00027C810D3}" type="sibTrans" cxnId="{79A4F23C-0F47-426D-ADFE-85772FB0A42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B24A116-71C4-4D7E-ABC4-79315D591AD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Internet Kantor </a:t>
          </a:r>
        </a:p>
      </dgm:t>
    </dgm:pt>
    <dgm:pt modelId="{AB69CB07-BB80-4869-92FF-F77C8D5DA7CC}" type="parTrans" cxnId="{9E802155-7B64-4BF1-A60E-226F06E26C37}">
      <dgm:prSet/>
      <dgm:spPr/>
      <dgm:t>
        <a:bodyPr/>
        <a:lstStyle/>
        <a:p>
          <a:endParaRPr lang="en-US"/>
        </a:p>
      </dgm:t>
    </dgm:pt>
    <dgm:pt modelId="{6135F9C2-87AB-4227-9DBE-9D9453B23851}" type="sibTrans" cxnId="{9E802155-7B64-4BF1-A60E-226F06E26C3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70D83E4-3DDD-4A8E-8744-923C3BBCB82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PPPoE &amp; Hotspot System</a:t>
          </a:r>
        </a:p>
      </dgm:t>
    </dgm:pt>
    <dgm:pt modelId="{A98F6090-23AB-44E6-B387-9852C01C9F1A}" type="parTrans" cxnId="{9E56BE81-1E3E-48D9-99CC-DB66F458134B}">
      <dgm:prSet/>
      <dgm:spPr/>
      <dgm:t>
        <a:bodyPr/>
        <a:lstStyle/>
        <a:p>
          <a:endParaRPr lang="en-US"/>
        </a:p>
      </dgm:t>
    </dgm:pt>
    <dgm:pt modelId="{1CF5ABBC-D472-4937-B039-C7705A1DE2AD}" type="sibTrans" cxnId="{9E56BE81-1E3E-48D9-99CC-DB66F458134B}">
      <dgm:prSet/>
      <dgm:spPr/>
      <dgm:t>
        <a:bodyPr/>
        <a:lstStyle/>
        <a:p>
          <a:endParaRPr lang="en-US"/>
        </a:p>
      </dgm:t>
    </dgm:pt>
    <dgm:pt modelId="{94B1591F-C07D-4703-BE8C-818F781936BD}" type="pres">
      <dgm:prSet presAssocID="{F8ABE127-E85E-4769-9132-C59FB02F17FA}" presName="root" presStyleCnt="0">
        <dgm:presLayoutVars>
          <dgm:dir/>
          <dgm:resizeHandles val="exact"/>
        </dgm:presLayoutVars>
      </dgm:prSet>
      <dgm:spPr/>
    </dgm:pt>
    <dgm:pt modelId="{58AC6F41-D43A-4C70-B2AB-982146984A72}" type="pres">
      <dgm:prSet presAssocID="{67EE2E77-05E3-4CA8-8410-71659AE9617A}" presName="compNode" presStyleCnt="0"/>
      <dgm:spPr/>
    </dgm:pt>
    <dgm:pt modelId="{EA61F4A1-3947-4B26-A485-ADA76415A9F9}" type="pres">
      <dgm:prSet presAssocID="{67EE2E77-05E3-4CA8-8410-71659AE9617A}" presName="iconBgRect" presStyleLbl="bgShp" presStyleIdx="0" presStyleCnt="4"/>
      <dgm:spPr/>
    </dgm:pt>
    <dgm:pt modelId="{CE1FDA09-C6F8-43F6-8448-66BD50472AB9}" type="pres">
      <dgm:prSet presAssocID="{67EE2E77-05E3-4CA8-8410-71659AE9617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676A9DEE-8E02-4A0C-B69A-B46366117463}" type="pres">
      <dgm:prSet presAssocID="{67EE2E77-05E3-4CA8-8410-71659AE9617A}" presName="spaceRect" presStyleCnt="0"/>
      <dgm:spPr/>
    </dgm:pt>
    <dgm:pt modelId="{69E1F77F-341D-4EDA-941B-D07CAB43C458}" type="pres">
      <dgm:prSet presAssocID="{67EE2E77-05E3-4CA8-8410-71659AE9617A}" presName="textRect" presStyleLbl="revTx" presStyleIdx="0" presStyleCnt="4">
        <dgm:presLayoutVars>
          <dgm:chMax val="1"/>
          <dgm:chPref val="1"/>
        </dgm:presLayoutVars>
      </dgm:prSet>
      <dgm:spPr/>
    </dgm:pt>
    <dgm:pt modelId="{1870C6CE-39B4-4706-B655-7D7FBE12BAAE}" type="pres">
      <dgm:prSet presAssocID="{130B5EF2-CAE9-4E42-AFEB-EB0CB685AE78}" presName="sibTrans" presStyleCnt="0"/>
      <dgm:spPr/>
    </dgm:pt>
    <dgm:pt modelId="{ECA73005-0453-407F-87CF-EF0E1379659E}" type="pres">
      <dgm:prSet presAssocID="{8AD3272B-5041-47FB-8CAD-401C98F44117}" presName="compNode" presStyleCnt="0"/>
      <dgm:spPr/>
    </dgm:pt>
    <dgm:pt modelId="{DAADC668-DB3F-40B8-BAC7-114CFA029928}" type="pres">
      <dgm:prSet presAssocID="{8AD3272B-5041-47FB-8CAD-401C98F44117}" presName="iconBgRect" presStyleLbl="bgShp" presStyleIdx="1" presStyleCnt="4"/>
      <dgm:spPr/>
    </dgm:pt>
    <dgm:pt modelId="{62164253-6337-4384-8AE4-5121F582A6FC}" type="pres">
      <dgm:prSet presAssocID="{8AD3272B-5041-47FB-8CAD-401C98F4411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2B241519-05CB-4BA0-BC90-95FCC3EAE413}" type="pres">
      <dgm:prSet presAssocID="{8AD3272B-5041-47FB-8CAD-401C98F44117}" presName="spaceRect" presStyleCnt="0"/>
      <dgm:spPr/>
    </dgm:pt>
    <dgm:pt modelId="{E0DBE915-EC25-48BC-BBD8-7847F5097ADD}" type="pres">
      <dgm:prSet presAssocID="{8AD3272B-5041-47FB-8CAD-401C98F44117}" presName="textRect" presStyleLbl="revTx" presStyleIdx="1" presStyleCnt="4">
        <dgm:presLayoutVars>
          <dgm:chMax val="1"/>
          <dgm:chPref val="1"/>
        </dgm:presLayoutVars>
      </dgm:prSet>
      <dgm:spPr/>
    </dgm:pt>
    <dgm:pt modelId="{EF9D29CA-0866-43E0-B941-A0138DE3B883}" type="pres">
      <dgm:prSet presAssocID="{A916B960-F9B1-4FBC-BDBB-A00027C810D3}" presName="sibTrans" presStyleCnt="0"/>
      <dgm:spPr/>
    </dgm:pt>
    <dgm:pt modelId="{B4465766-A30A-469C-9997-97CC4F0F1AF2}" type="pres">
      <dgm:prSet presAssocID="{EB24A116-71C4-4D7E-ABC4-79315D591ADB}" presName="compNode" presStyleCnt="0"/>
      <dgm:spPr/>
    </dgm:pt>
    <dgm:pt modelId="{FED25DFD-6FD2-4910-B75D-5E9B63735B37}" type="pres">
      <dgm:prSet presAssocID="{EB24A116-71C4-4D7E-ABC4-79315D591ADB}" presName="iconBgRect" presStyleLbl="bgShp" presStyleIdx="2" presStyleCnt="4"/>
      <dgm:spPr/>
    </dgm:pt>
    <dgm:pt modelId="{35C7A714-F767-4413-99FF-283F4D9EB8F8}" type="pres">
      <dgm:prSet presAssocID="{EB24A116-71C4-4D7E-ABC4-79315D591AD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DEC5EFA-4C66-4FC8-9EBE-0F164C52C783}" type="pres">
      <dgm:prSet presAssocID="{EB24A116-71C4-4D7E-ABC4-79315D591ADB}" presName="spaceRect" presStyleCnt="0"/>
      <dgm:spPr/>
    </dgm:pt>
    <dgm:pt modelId="{1FABF7EB-283D-46D2-893D-84E4F30A0465}" type="pres">
      <dgm:prSet presAssocID="{EB24A116-71C4-4D7E-ABC4-79315D591ADB}" presName="textRect" presStyleLbl="revTx" presStyleIdx="2" presStyleCnt="4">
        <dgm:presLayoutVars>
          <dgm:chMax val="1"/>
          <dgm:chPref val="1"/>
        </dgm:presLayoutVars>
      </dgm:prSet>
      <dgm:spPr/>
    </dgm:pt>
    <dgm:pt modelId="{0E4A4E86-DAFD-4A5E-B559-C7FC9371DDC1}" type="pres">
      <dgm:prSet presAssocID="{6135F9C2-87AB-4227-9DBE-9D9453B23851}" presName="sibTrans" presStyleCnt="0"/>
      <dgm:spPr/>
    </dgm:pt>
    <dgm:pt modelId="{51BDC5DD-9F1A-4CBA-9F9D-39624372B035}" type="pres">
      <dgm:prSet presAssocID="{D70D83E4-3DDD-4A8E-8744-923C3BBCB82E}" presName="compNode" presStyleCnt="0"/>
      <dgm:spPr/>
    </dgm:pt>
    <dgm:pt modelId="{EC90939B-DAC2-4D79-A0A6-193FB45FA3FA}" type="pres">
      <dgm:prSet presAssocID="{D70D83E4-3DDD-4A8E-8744-923C3BBCB82E}" presName="iconBgRect" presStyleLbl="bgShp" presStyleIdx="3" presStyleCnt="4"/>
      <dgm:spPr/>
    </dgm:pt>
    <dgm:pt modelId="{06AF0853-2BED-47F5-BE5F-C0FDA32831BB}" type="pres">
      <dgm:prSet presAssocID="{D70D83E4-3DDD-4A8E-8744-923C3BBCB82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sta"/>
        </a:ext>
      </dgm:extLst>
    </dgm:pt>
    <dgm:pt modelId="{6187FAAE-32A3-4B39-A2FF-2DC4521D7AC2}" type="pres">
      <dgm:prSet presAssocID="{D70D83E4-3DDD-4A8E-8744-923C3BBCB82E}" presName="spaceRect" presStyleCnt="0"/>
      <dgm:spPr/>
    </dgm:pt>
    <dgm:pt modelId="{342FBBC2-1A10-4219-9198-E5DDDEFDE34C}" type="pres">
      <dgm:prSet presAssocID="{D70D83E4-3DDD-4A8E-8744-923C3BBCB82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11B2004-500F-46D4-8733-220FC89F56D3}" type="presOf" srcId="{EB24A116-71C4-4D7E-ABC4-79315D591ADB}" destId="{1FABF7EB-283D-46D2-893D-84E4F30A0465}" srcOrd="0" destOrd="0" presId="urn:microsoft.com/office/officeart/2018/5/layout/IconCircleLabelList"/>
    <dgm:cxn modelId="{C618CB28-7D9F-4027-BBE0-85F7CB4C6181}" type="presOf" srcId="{F8ABE127-E85E-4769-9132-C59FB02F17FA}" destId="{94B1591F-C07D-4703-BE8C-818F781936BD}" srcOrd="0" destOrd="0" presId="urn:microsoft.com/office/officeart/2018/5/layout/IconCircleLabelList"/>
    <dgm:cxn modelId="{6F46EB2B-7DC0-406B-BAE9-6F828038239A}" type="presOf" srcId="{D70D83E4-3DDD-4A8E-8744-923C3BBCB82E}" destId="{342FBBC2-1A10-4219-9198-E5DDDEFDE34C}" srcOrd="0" destOrd="0" presId="urn:microsoft.com/office/officeart/2018/5/layout/IconCircleLabelList"/>
    <dgm:cxn modelId="{6CDCE230-994C-482B-ACAC-9DD5A070531C}" type="presOf" srcId="{8AD3272B-5041-47FB-8CAD-401C98F44117}" destId="{E0DBE915-EC25-48BC-BBD8-7847F5097ADD}" srcOrd="0" destOrd="0" presId="urn:microsoft.com/office/officeart/2018/5/layout/IconCircleLabelList"/>
    <dgm:cxn modelId="{79A4F23C-0F47-426D-ADFE-85772FB0A42F}" srcId="{F8ABE127-E85E-4769-9132-C59FB02F17FA}" destId="{8AD3272B-5041-47FB-8CAD-401C98F44117}" srcOrd="1" destOrd="0" parTransId="{61F8495A-706A-48CC-B61C-7D3130AD0737}" sibTransId="{A916B960-F9B1-4FBC-BDBB-A00027C810D3}"/>
    <dgm:cxn modelId="{9E802155-7B64-4BF1-A60E-226F06E26C37}" srcId="{F8ABE127-E85E-4769-9132-C59FB02F17FA}" destId="{EB24A116-71C4-4D7E-ABC4-79315D591ADB}" srcOrd="2" destOrd="0" parTransId="{AB69CB07-BB80-4869-92FF-F77C8D5DA7CC}" sibTransId="{6135F9C2-87AB-4227-9DBE-9D9453B23851}"/>
    <dgm:cxn modelId="{9E56BE81-1E3E-48D9-99CC-DB66F458134B}" srcId="{F8ABE127-E85E-4769-9132-C59FB02F17FA}" destId="{D70D83E4-3DDD-4A8E-8744-923C3BBCB82E}" srcOrd="3" destOrd="0" parTransId="{A98F6090-23AB-44E6-B387-9852C01C9F1A}" sibTransId="{1CF5ABBC-D472-4937-B039-C7705A1DE2AD}"/>
    <dgm:cxn modelId="{AA1AEC87-5DBE-4414-AA4D-2B2BFB92FFC9}" srcId="{F8ABE127-E85E-4769-9132-C59FB02F17FA}" destId="{67EE2E77-05E3-4CA8-8410-71659AE9617A}" srcOrd="0" destOrd="0" parTransId="{ADDA5BB1-D1BE-4F59-AA46-E27BD62A227D}" sibTransId="{130B5EF2-CAE9-4E42-AFEB-EB0CB685AE78}"/>
    <dgm:cxn modelId="{31BD3E89-2038-46E6-A6F8-1697CEC14B69}" type="presOf" srcId="{67EE2E77-05E3-4CA8-8410-71659AE9617A}" destId="{69E1F77F-341D-4EDA-941B-D07CAB43C458}" srcOrd="0" destOrd="0" presId="urn:microsoft.com/office/officeart/2018/5/layout/IconCircleLabelList"/>
    <dgm:cxn modelId="{EDC69E80-5453-4F50-98A2-9C1829560DC0}" type="presParOf" srcId="{94B1591F-C07D-4703-BE8C-818F781936BD}" destId="{58AC6F41-D43A-4C70-B2AB-982146984A72}" srcOrd="0" destOrd="0" presId="urn:microsoft.com/office/officeart/2018/5/layout/IconCircleLabelList"/>
    <dgm:cxn modelId="{A30E668E-5E27-4083-BD93-E94D6F64C7F0}" type="presParOf" srcId="{58AC6F41-D43A-4C70-B2AB-982146984A72}" destId="{EA61F4A1-3947-4B26-A485-ADA76415A9F9}" srcOrd="0" destOrd="0" presId="urn:microsoft.com/office/officeart/2018/5/layout/IconCircleLabelList"/>
    <dgm:cxn modelId="{7CE31868-D80C-47E0-B263-BA26CD8D1CB0}" type="presParOf" srcId="{58AC6F41-D43A-4C70-B2AB-982146984A72}" destId="{CE1FDA09-C6F8-43F6-8448-66BD50472AB9}" srcOrd="1" destOrd="0" presId="urn:microsoft.com/office/officeart/2018/5/layout/IconCircleLabelList"/>
    <dgm:cxn modelId="{F1704A7D-F93D-4697-AB9F-A4D5AF7B5C60}" type="presParOf" srcId="{58AC6F41-D43A-4C70-B2AB-982146984A72}" destId="{676A9DEE-8E02-4A0C-B69A-B46366117463}" srcOrd="2" destOrd="0" presId="urn:microsoft.com/office/officeart/2018/5/layout/IconCircleLabelList"/>
    <dgm:cxn modelId="{693F09C7-8F49-4952-BC0B-C7AF5BD426D2}" type="presParOf" srcId="{58AC6F41-D43A-4C70-B2AB-982146984A72}" destId="{69E1F77F-341D-4EDA-941B-D07CAB43C458}" srcOrd="3" destOrd="0" presId="urn:microsoft.com/office/officeart/2018/5/layout/IconCircleLabelList"/>
    <dgm:cxn modelId="{CC91E5FA-2E0A-411F-A048-B2F895A748AE}" type="presParOf" srcId="{94B1591F-C07D-4703-BE8C-818F781936BD}" destId="{1870C6CE-39B4-4706-B655-7D7FBE12BAAE}" srcOrd="1" destOrd="0" presId="urn:microsoft.com/office/officeart/2018/5/layout/IconCircleLabelList"/>
    <dgm:cxn modelId="{530B7E34-34CF-4C73-9EFA-9072B3DE7CFC}" type="presParOf" srcId="{94B1591F-C07D-4703-BE8C-818F781936BD}" destId="{ECA73005-0453-407F-87CF-EF0E1379659E}" srcOrd="2" destOrd="0" presId="urn:microsoft.com/office/officeart/2018/5/layout/IconCircleLabelList"/>
    <dgm:cxn modelId="{607A50C2-2886-4C32-9D72-6C6E40CE1CE0}" type="presParOf" srcId="{ECA73005-0453-407F-87CF-EF0E1379659E}" destId="{DAADC668-DB3F-40B8-BAC7-114CFA029928}" srcOrd="0" destOrd="0" presId="urn:microsoft.com/office/officeart/2018/5/layout/IconCircleLabelList"/>
    <dgm:cxn modelId="{AE80D1E1-3D66-4603-9F65-7B6C6D031C7C}" type="presParOf" srcId="{ECA73005-0453-407F-87CF-EF0E1379659E}" destId="{62164253-6337-4384-8AE4-5121F582A6FC}" srcOrd="1" destOrd="0" presId="urn:microsoft.com/office/officeart/2018/5/layout/IconCircleLabelList"/>
    <dgm:cxn modelId="{F30B9AF7-1825-4FE5-8E56-C7A30C4AE383}" type="presParOf" srcId="{ECA73005-0453-407F-87CF-EF0E1379659E}" destId="{2B241519-05CB-4BA0-BC90-95FCC3EAE413}" srcOrd="2" destOrd="0" presId="urn:microsoft.com/office/officeart/2018/5/layout/IconCircleLabelList"/>
    <dgm:cxn modelId="{91E2AC59-3B51-47E2-BE02-BFDDA144D6A8}" type="presParOf" srcId="{ECA73005-0453-407F-87CF-EF0E1379659E}" destId="{E0DBE915-EC25-48BC-BBD8-7847F5097ADD}" srcOrd="3" destOrd="0" presId="urn:microsoft.com/office/officeart/2018/5/layout/IconCircleLabelList"/>
    <dgm:cxn modelId="{C82CF01F-5714-4D39-9591-5AF70BB323EF}" type="presParOf" srcId="{94B1591F-C07D-4703-BE8C-818F781936BD}" destId="{EF9D29CA-0866-43E0-B941-A0138DE3B883}" srcOrd="3" destOrd="0" presId="urn:microsoft.com/office/officeart/2018/5/layout/IconCircleLabelList"/>
    <dgm:cxn modelId="{5AC3674E-DC06-44CC-8D7D-59A5C9BFDE9D}" type="presParOf" srcId="{94B1591F-C07D-4703-BE8C-818F781936BD}" destId="{B4465766-A30A-469C-9997-97CC4F0F1AF2}" srcOrd="4" destOrd="0" presId="urn:microsoft.com/office/officeart/2018/5/layout/IconCircleLabelList"/>
    <dgm:cxn modelId="{E9623532-D6A4-4B12-A966-B3388AE12403}" type="presParOf" srcId="{B4465766-A30A-469C-9997-97CC4F0F1AF2}" destId="{FED25DFD-6FD2-4910-B75D-5E9B63735B37}" srcOrd="0" destOrd="0" presId="urn:microsoft.com/office/officeart/2018/5/layout/IconCircleLabelList"/>
    <dgm:cxn modelId="{4CC84FD9-920F-4455-B260-F0499B8C2D19}" type="presParOf" srcId="{B4465766-A30A-469C-9997-97CC4F0F1AF2}" destId="{35C7A714-F767-4413-99FF-283F4D9EB8F8}" srcOrd="1" destOrd="0" presId="urn:microsoft.com/office/officeart/2018/5/layout/IconCircleLabelList"/>
    <dgm:cxn modelId="{E14A4327-0F03-4339-9900-38934248FD2E}" type="presParOf" srcId="{B4465766-A30A-469C-9997-97CC4F0F1AF2}" destId="{0DEC5EFA-4C66-4FC8-9EBE-0F164C52C783}" srcOrd="2" destOrd="0" presId="urn:microsoft.com/office/officeart/2018/5/layout/IconCircleLabelList"/>
    <dgm:cxn modelId="{32B342F2-DCD6-49F1-A0C1-3A4746D1B779}" type="presParOf" srcId="{B4465766-A30A-469C-9997-97CC4F0F1AF2}" destId="{1FABF7EB-283D-46D2-893D-84E4F30A0465}" srcOrd="3" destOrd="0" presId="urn:microsoft.com/office/officeart/2018/5/layout/IconCircleLabelList"/>
    <dgm:cxn modelId="{5CE19890-D927-4D7D-9155-3A679B1FBE52}" type="presParOf" srcId="{94B1591F-C07D-4703-BE8C-818F781936BD}" destId="{0E4A4E86-DAFD-4A5E-B559-C7FC9371DDC1}" srcOrd="5" destOrd="0" presId="urn:microsoft.com/office/officeart/2018/5/layout/IconCircleLabelList"/>
    <dgm:cxn modelId="{FFE55665-5A0A-412D-AFC6-5EA7943E1552}" type="presParOf" srcId="{94B1591F-C07D-4703-BE8C-818F781936BD}" destId="{51BDC5DD-9F1A-4CBA-9F9D-39624372B035}" srcOrd="6" destOrd="0" presId="urn:microsoft.com/office/officeart/2018/5/layout/IconCircleLabelList"/>
    <dgm:cxn modelId="{98426A12-D385-4A3E-AC18-9907F93F9BA8}" type="presParOf" srcId="{51BDC5DD-9F1A-4CBA-9F9D-39624372B035}" destId="{EC90939B-DAC2-4D79-A0A6-193FB45FA3FA}" srcOrd="0" destOrd="0" presId="urn:microsoft.com/office/officeart/2018/5/layout/IconCircleLabelList"/>
    <dgm:cxn modelId="{E883068D-DA32-4D84-ABD2-A2F00182B700}" type="presParOf" srcId="{51BDC5DD-9F1A-4CBA-9F9D-39624372B035}" destId="{06AF0853-2BED-47F5-BE5F-C0FDA32831BB}" srcOrd="1" destOrd="0" presId="urn:microsoft.com/office/officeart/2018/5/layout/IconCircleLabelList"/>
    <dgm:cxn modelId="{01B95A9F-ED2A-4B46-91EA-C01B3ABAD17C}" type="presParOf" srcId="{51BDC5DD-9F1A-4CBA-9F9D-39624372B035}" destId="{6187FAAE-32A3-4B39-A2FF-2DC4521D7AC2}" srcOrd="2" destOrd="0" presId="urn:microsoft.com/office/officeart/2018/5/layout/IconCircleLabelList"/>
    <dgm:cxn modelId="{7FC661C6-B80F-468E-847F-4D22C7E28E14}" type="presParOf" srcId="{51BDC5DD-9F1A-4CBA-9F9D-39624372B035}" destId="{342FBBC2-1A10-4219-9198-E5DDDEFDE34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35CDF5-7558-4B03-BB4A-B4D80E46B51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DC70638-21C5-4CEC-B1EB-21C547911749}">
      <dgm:prSet/>
      <dgm:spPr/>
      <dgm:t>
        <a:bodyPr/>
        <a:lstStyle/>
        <a:p>
          <a:r>
            <a:rPr lang="en-US"/>
            <a:t>10 Mbps → Rp 100.000 </a:t>
          </a:r>
        </a:p>
      </dgm:t>
    </dgm:pt>
    <dgm:pt modelId="{E21FF2CF-D997-4FCC-9832-718824138BFB}" type="parTrans" cxnId="{41CE8295-F044-4091-933F-73A30E116CB5}">
      <dgm:prSet/>
      <dgm:spPr/>
      <dgm:t>
        <a:bodyPr/>
        <a:lstStyle/>
        <a:p>
          <a:endParaRPr lang="en-US"/>
        </a:p>
      </dgm:t>
    </dgm:pt>
    <dgm:pt modelId="{E68E3EFD-D34B-4E99-AE8A-7E5E84B75878}" type="sibTrans" cxnId="{41CE8295-F044-4091-933F-73A30E116CB5}">
      <dgm:prSet/>
      <dgm:spPr/>
      <dgm:t>
        <a:bodyPr/>
        <a:lstStyle/>
        <a:p>
          <a:endParaRPr lang="en-US"/>
        </a:p>
      </dgm:t>
    </dgm:pt>
    <dgm:pt modelId="{778684CB-B3F6-4C1C-8D49-039AF73089B7}">
      <dgm:prSet/>
      <dgm:spPr/>
      <dgm:t>
        <a:bodyPr/>
        <a:lstStyle/>
        <a:p>
          <a:r>
            <a:rPr lang="en-US"/>
            <a:t>20 Mbps → Rp 150.000 </a:t>
          </a:r>
        </a:p>
      </dgm:t>
    </dgm:pt>
    <dgm:pt modelId="{86288BDB-8E20-4363-8CAE-6CCB331780D4}" type="parTrans" cxnId="{C59029E7-95B0-4649-94C3-29672645D4EE}">
      <dgm:prSet/>
      <dgm:spPr/>
      <dgm:t>
        <a:bodyPr/>
        <a:lstStyle/>
        <a:p>
          <a:endParaRPr lang="en-US"/>
        </a:p>
      </dgm:t>
    </dgm:pt>
    <dgm:pt modelId="{DD0F879F-1E85-40F8-B513-035695768A5F}" type="sibTrans" cxnId="{C59029E7-95B0-4649-94C3-29672645D4EE}">
      <dgm:prSet/>
      <dgm:spPr/>
      <dgm:t>
        <a:bodyPr/>
        <a:lstStyle/>
        <a:p>
          <a:endParaRPr lang="en-US"/>
        </a:p>
      </dgm:t>
    </dgm:pt>
    <dgm:pt modelId="{2955A0EA-5951-404B-8D5A-461FE2CABC73}">
      <dgm:prSet/>
      <dgm:spPr/>
      <dgm:t>
        <a:bodyPr/>
        <a:lstStyle/>
        <a:p>
          <a:r>
            <a:rPr lang="en-US"/>
            <a:t>30 Mbps → Rp 200.000 </a:t>
          </a:r>
        </a:p>
      </dgm:t>
    </dgm:pt>
    <dgm:pt modelId="{DEFD5157-58F6-4072-AD96-B6E5BE0B05B9}" type="parTrans" cxnId="{43F71BAD-44E2-490E-811E-709D5BE78541}">
      <dgm:prSet/>
      <dgm:spPr/>
      <dgm:t>
        <a:bodyPr/>
        <a:lstStyle/>
        <a:p>
          <a:endParaRPr lang="en-US"/>
        </a:p>
      </dgm:t>
    </dgm:pt>
    <dgm:pt modelId="{CBCC8B96-A1F8-4EAB-AF0B-8469A9973093}" type="sibTrans" cxnId="{43F71BAD-44E2-490E-811E-709D5BE78541}">
      <dgm:prSet/>
      <dgm:spPr/>
      <dgm:t>
        <a:bodyPr/>
        <a:lstStyle/>
        <a:p>
          <a:endParaRPr lang="en-US"/>
        </a:p>
      </dgm:t>
    </dgm:pt>
    <dgm:pt modelId="{1A7332BF-AF07-4E94-9B7F-F04E0F812BAC}" type="pres">
      <dgm:prSet presAssocID="{7B35CDF5-7558-4B03-BB4A-B4D80E46B51E}" presName="linear" presStyleCnt="0">
        <dgm:presLayoutVars>
          <dgm:animLvl val="lvl"/>
          <dgm:resizeHandles val="exact"/>
        </dgm:presLayoutVars>
      </dgm:prSet>
      <dgm:spPr/>
    </dgm:pt>
    <dgm:pt modelId="{3F8D7F8E-FAD7-4F7E-B627-54CAA74A539B}" type="pres">
      <dgm:prSet presAssocID="{CDC70638-21C5-4CEC-B1EB-21C54791174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668EA78-F943-406F-926F-C6F67FF27E6F}" type="pres">
      <dgm:prSet presAssocID="{E68E3EFD-D34B-4E99-AE8A-7E5E84B75878}" presName="spacer" presStyleCnt="0"/>
      <dgm:spPr/>
    </dgm:pt>
    <dgm:pt modelId="{260A6AE0-BE3D-4B15-8416-D5E4A8FF5E72}" type="pres">
      <dgm:prSet presAssocID="{778684CB-B3F6-4C1C-8D49-039AF73089B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5BD87D0-22D9-4132-BFE3-D7F8B0BD3213}" type="pres">
      <dgm:prSet presAssocID="{DD0F879F-1E85-40F8-B513-035695768A5F}" presName="spacer" presStyleCnt="0"/>
      <dgm:spPr/>
    </dgm:pt>
    <dgm:pt modelId="{5B6D8F8F-A317-4681-8236-8817063B49B2}" type="pres">
      <dgm:prSet presAssocID="{2955A0EA-5951-404B-8D5A-461FE2CABC7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5F26E8A-E5B7-4C05-97F3-D95FD843C3D5}" type="presOf" srcId="{CDC70638-21C5-4CEC-B1EB-21C547911749}" destId="{3F8D7F8E-FAD7-4F7E-B627-54CAA74A539B}" srcOrd="0" destOrd="0" presId="urn:microsoft.com/office/officeart/2005/8/layout/vList2"/>
    <dgm:cxn modelId="{41CE8295-F044-4091-933F-73A30E116CB5}" srcId="{7B35CDF5-7558-4B03-BB4A-B4D80E46B51E}" destId="{CDC70638-21C5-4CEC-B1EB-21C547911749}" srcOrd="0" destOrd="0" parTransId="{E21FF2CF-D997-4FCC-9832-718824138BFB}" sibTransId="{E68E3EFD-D34B-4E99-AE8A-7E5E84B75878}"/>
    <dgm:cxn modelId="{FCE770A7-CF45-4CA1-86BE-85929738E095}" type="presOf" srcId="{778684CB-B3F6-4C1C-8D49-039AF73089B7}" destId="{260A6AE0-BE3D-4B15-8416-D5E4A8FF5E72}" srcOrd="0" destOrd="0" presId="urn:microsoft.com/office/officeart/2005/8/layout/vList2"/>
    <dgm:cxn modelId="{4CB97FA7-7590-4A63-A266-E21441253DD9}" type="presOf" srcId="{7B35CDF5-7558-4B03-BB4A-B4D80E46B51E}" destId="{1A7332BF-AF07-4E94-9B7F-F04E0F812BAC}" srcOrd="0" destOrd="0" presId="urn:microsoft.com/office/officeart/2005/8/layout/vList2"/>
    <dgm:cxn modelId="{43F71BAD-44E2-490E-811E-709D5BE78541}" srcId="{7B35CDF5-7558-4B03-BB4A-B4D80E46B51E}" destId="{2955A0EA-5951-404B-8D5A-461FE2CABC73}" srcOrd="2" destOrd="0" parTransId="{DEFD5157-58F6-4072-AD96-B6E5BE0B05B9}" sibTransId="{CBCC8B96-A1F8-4EAB-AF0B-8469A9973093}"/>
    <dgm:cxn modelId="{AE3F1AB8-6C1E-4856-A15E-1AC331F95F95}" type="presOf" srcId="{2955A0EA-5951-404B-8D5A-461FE2CABC73}" destId="{5B6D8F8F-A317-4681-8236-8817063B49B2}" srcOrd="0" destOrd="0" presId="urn:microsoft.com/office/officeart/2005/8/layout/vList2"/>
    <dgm:cxn modelId="{C59029E7-95B0-4649-94C3-29672645D4EE}" srcId="{7B35CDF5-7558-4B03-BB4A-B4D80E46B51E}" destId="{778684CB-B3F6-4C1C-8D49-039AF73089B7}" srcOrd="1" destOrd="0" parTransId="{86288BDB-8E20-4363-8CAE-6CCB331780D4}" sibTransId="{DD0F879F-1E85-40F8-B513-035695768A5F}"/>
    <dgm:cxn modelId="{CA6B9E9D-7028-435D-B023-3169717AD003}" type="presParOf" srcId="{1A7332BF-AF07-4E94-9B7F-F04E0F812BAC}" destId="{3F8D7F8E-FAD7-4F7E-B627-54CAA74A539B}" srcOrd="0" destOrd="0" presId="urn:microsoft.com/office/officeart/2005/8/layout/vList2"/>
    <dgm:cxn modelId="{CB666B2F-677C-4B87-8916-9714F12EFA1B}" type="presParOf" srcId="{1A7332BF-AF07-4E94-9B7F-F04E0F812BAC}" destId="{7668EA78-F943-406F-926F-C6F67FF27E6F}" srcOrd="1" destOrd="0" presId="urn:microsoft.com/office/officeart/2005/8/layout/vList2"/>
    <dgm:cxn modelId="{7F0F96B0-A478-488B-8AA3-0BA2F4A378D5}" type="presParOf" srcId="{1A7332BF-AF07-4E94-9B7F-F04E0F812BAC}" destId="{260A6AE0-BE3D-4B15-8416-D5E4A8FF5E72}" srcOrd="2" destOrd="0" presId="urn:microsoft.com/office/officeart/2005/8/layout/vList2"/>
    <dgm:cxn modelId="{81CC2ACF-120A-41B0-A3A7-B3D58EC14D17}" type="presParOf" srcId="{1A7332BF-AF07-4E94-9B7F-F04E0F812BAC}" destId="{45BD87D0-22D9-4132-BFE3-D7F8B0BD3213}" srcOrd="3" destOrd="0" presId="urn:microsoft.com/office/officeart/2005/8/layout/vList2"/>
    <dgm:cxn modelId="{79E1BDE9-1A78-4EB3-93B7-8A6890BB5972}" type="presParOf" srcId="{1A7332BF-AF07-4E94-9B7F-F04E0F812BAC}" destId="{5B6D8F8F-A317-4681-8236-8817063B49B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DA027F-D35E-403C-80F5-E03051E8B7F0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Banyak area </a:t>
          </a:r>
          <a:r>
            <a:rPr lang="en-US" sz="2600" kern="1200" dirty="0" err="1"/>
            <a:t>belum</a:t>
          </a:r>
          <a:r>
            <a:rPr lang="en-US" sz="2600" kern="1200" dirty="0"/>
            <a:t> </a:t>
          </a:r>
          <a:r>
            <a:rPr lang="en-US" sz="2600" kern="1200" dirty="0" err="1"/>
            <a:t>terjangkau</a:t>
          </a:r>
          <a:r>
            <a:rPr lang="en-US" sz="2600" kern="1200" dirty="0"/>
            <a:t> ISP </a:t>
          </a:r>
          <a:r>
            <a:rPr lang="en-US" sz="2600" kern="1200" dirty="0" err="1"/>
            <a:t>besar</a:t>
          </a:r>
          <a:endParaRPr lang="en-US" sz="2600" kern="1200" dirty="0"/>
        </a:p>
      </dsp:txBody>
      <dsp:txXfrm>
        <a:off x="0" y="1653508"/>
        <a:ext cx="3286125" cy="2610802"/>
      </dsp:txXfrm>
    </dsp:sp>
    <dsp:sp modelId="{355962FA-DD1C-4BC0-AE8B-41DBFFEE456E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D5605A10-4754-4021-9A7D-7BA530CE39A6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F6A7231-5578-4A7A-BD2C-7F7291B656B1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Pengelolaan RT/RW Net masih manual</a:t>
          </a:r>
        </a:p>
      </dsp:txBody>
      <dsp:txXfrm>
        <a:off x="3614737" y="1653508"/>
        <a:ext cx="3286125" cy="2610802"/>
      </dsp:txXfrm>
    </dsp:sp>
    <dsp:sp modelId="{CFBFDC8B-D77A-44C9-93F4-DC0CB3BFCA45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0EFE058E-23FE-44AE-BA32-20C4B1D13FAC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FD80CBF-D916-4446-83F2-0594EEA74908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Sulit monitoring &amp; </a:t>
          </a:r>
          <a:r>
            <a:rPr lang="en-US" sz="2600" kern="1200" dirty="0" err="1"/>
            <a:t>pencatatan</a:t>
          </a:r>
          <a:r>
            <a:rPr lang="en-US" sz="2600" kern="1200" dirty="0"/>
            <a:t> </a:t>
          </a:r>
          <a:r>
            <a:rPr lang="en-US" sz="2600" kern="1200" dirty="0" err="1"/>
            <a:t>pembayaran</a:t>
          </a:r>
          <a:endParaRPr lang="en-US" sz="2600" kern="1200" dirty="0"/>
        </a:p>
      </dsp:txBody>
      <dsp:txXfrm>
        <a:off x="7229475" y="1653508"/>
        <a:ext cx="3286125" cy="2610802"/>
      </dsp:txXfrm>
    </dsp:sp>
    <dsp:sp modelId="{A2DA4E2E-E079-43EE-9106-5C9F44107C3C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95042B72-F116-4BDE-B4DA-30A4383BE961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BC801-CF25-470A-AEE7-53DB6D764685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D6F7D2-DE49-48CD-B3AC-A5E08FE00B02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EA575F-085F-4ECC-BAF4-F28D3D1F5B72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Menyediakan layanan internet lokal </a:t>
          </a:r>
        </a:p>
      </dsp:txBody>
      <dsp:txXfrm>
        <a:off x="93445" y="3018902"/>
        <a:ext cx="3206250" cy="720000"/>
      </dsp:txXfrm>
    </dsp:sp>
    <dsp:sp modelId="{653A45E2-5C67-4374-9F03-A194BF337836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6A52C0-4D28-44AB-80D3-E9783E5396FC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FCC40-3C24-4B4C-B82A-DAA769B6E891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Monitoring jaringan real-time </a:t>
          </a:r>
        </a:p>
      </dsp:txBody>
      <dsp:txXfrm>
        <a:off x="3860789" y="3018902"/>
        <a:ext cx="3206250" cy="720000"/>
      </dsp:txXfrm>
    </dsp:sp>
    <dsp:sp modelId="{2FD72AB5-1061-4BF6-B584-E15E0393B20B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168E92-9F30-40D6-A8F4-04A44CCE9FD0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441958-5947-401E-BDFC-E65F8206453A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Sistem manajemen pelanggan &amp; pembayaran</a:t>
          </a:r>
        </a:p>
      </dsp:txBody>
      <dsp:txXfrm>
        <a:off x="7628133" y="3018902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61F4A1-3947-4B26-A485-ADA76415A9F9}">
      <dsp:nvSpPr>
        <dsp:cNvPr id="0" name=""/>
        <dsp:cNvSpPr/>
      </dsp:nvSpPr>
      <dsp:spPr>
        <a:xfrm>
          <a:off x="973190" y="986724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1FDA09-C6F8-43F6-8448-66BD50472AB9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1F77F-341D-4EDA-941B-D07CAB43C458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 dirty="0"/>
            <a:t>Internet Rumah</a:t>
          </a:r>
        </a:p>
      </dsp:txBody>
      <dsp:txXfrm>
        <a:off x="569079" y="2644614"/>
        <a:ext cx="2072362" cy="720000"/>
      </dsp:txXfrm>
    </dsp:sp>
    <dsp:sp modelId="{DAADC668-DB3F-40B8-BAC7-114CFA029928}">
      <dsp:nvSpPr>
        <dsp:cNvPr id="0" name=""/>
        <dsp:cNvSpPr/>
      </dsp:nvSpPr>
      <dsp:spPr>
        <a:xfrm>
          <a:off x="3408216" y="986724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164253-6337-4384-8AE4-5121F582A6FC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BE915-EC25-48BC-BBD8-7847F5097ADD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Internet UMKM </a:t>
          </a:r>
        </a:p>
      </dsp:txBody>
      <dsp:txXfrm>
        <a:off x="3004105" y="2644614"/>
        <a:ext cx="2072362" cy="720000"/>
      </dsp:txXfrm>
    </dsp:sp>
    <dsp:sp modelId="{FED25DFD-6FD2-4910-B75D-5E9B63735B37}">
      <dsp:nvSpPr>
        <dsp:cNvPr id="0" name=""/>
        <dsp:cNvSpPr/>
      </dsp:nvSpPr>
      <dsp:spPr>
        <a:xfrm>
          <a:off x="5843242" y="986724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C7A714-F767-4413-99FF-283F4D9EB8F8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BF7EB-283D-46D2-893D-84E4F30A0465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Internet Kantor </a:t>
          </a:r>
        </a:p>
      </dsp:txBody>
      <dsp:txXfrm>
        <a:off x="5439131" y="2644614"/>
        <a:ext cx="2072362" cy="720000"/>
      </dsp:txXfrm>
    </dsp:sp>
    <dsp:sp modelId="{EC90939B-DAC2-4D79-A0A6-193FB45FA3FA}">
      <dsp:nvSpPr>
        <dsp:cNvPr id="0" name=""/>
        <dsp:cNvSpPr/>
      </dsp:nvSpPr>
      <dsp:spPr>
        <a:xfrm>
          <a:off x="8278268" y="986724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AF0853-2BED-47F5-BE5F-C0FDA32831BB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FBBC2-1A10-4219-9198-E5DDDEFDE34C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PPPoE &amp; Hotspot System</a:t>
          </a:r>
        </a:p>
      </dsp:txBody>
      <dsp:txXfrm>
        <a:off x="7874157" y="2644614"/>
        <a:ext cx="207236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8D7F8E-FAD7-4F7E-B627-54CAA74A539B}">
      <dsp:nvSpPr>
        <dsp:cNvPr id="0" name=""/>
        <dsp:cNvSpPr/>
      </dsp:nvSpPr>
      <dsp:spPr>
        <a:xfrm>
          <a:off x="0" y="503102"/>
          <a:ext cx="5458837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10 Mbps → Rp 100.000 </a:t>
          </a:r>
        </a:p>
      </dsp:txBody>
      <dsp:txXfrm>
        <a:off x="48005" y="551107"/>
        <a:ext cx="5362827" cy="887374"/>
      </dsp:txXfrm>
    </dsp:sp>
    <dsp:sp modelId="{260A6AE0-BE3D-4B15-8416-D5E4A8FF5E72}">
      <dsp:nvSpPr>
        <dsp:cNvPr id="0" name=""/>
        <dsp:cNvSpPr/>
      </dsp:nvSpPr>
      <dsp:spPr>
        <a:xfrm>
          <a:off x="0" y="1604567"/>
          <a:ext cx="5458837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20 Mbps → Rp 150.000 </a:t>
          </a:r>
        </a:p>
      </dsp:txBody>
      <dsp:txXfrm>
        <a:off x="48005" y="1652572"/>
        <a:ext cx="5362827" cy="887374"/>
      </dsp:txXfrm>
    </dsp:sp>
    <dsp:sp modelId="{5B6D8F8F-A317-4681-8236-8817063B49B2}">
      <dsp:nvSpPr>
        <dsp:cNvPr id="0" name=""/>
        <dsp:cNvSpPr/>
      </dsp:nvSpPr>
      <dsp:spPr>
        <a:xfrm>
          <a:off x="0" y="2706032"/>
          <a:ext cx="5458837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30 Mbps → Rp 200.000 </a:t>
          </a:r>
        </a:p>
      </dsp:txBody>
      <dsp:txXfrm>
        <a:off x="48005" y="2754037"/>
        <a:ext cx="5362827" cy="887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E40CDC-E136-4F52-BE9A-5F0110058B9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00297-2F9A-456C-B70C-3143ADBD8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31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00297-2F9A-456C-B70C-3143ADBD81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51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00297-2F9A-456C-B70C-3143ADBD81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572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00297-2F9A-456C-B70C-3143ADBD81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63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00297-2F9A-456C-B70C-3143ADBD81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53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WEBSITE LANDING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00297-2F9A-456C-B70C-3143ADBD81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9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00297-2F9A-456C-B70C-3143ADBD81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52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00297-2F9A-456C-B70C-3143ADBD81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91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00297-2F9A-456C-B70C-3143ADBD816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56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FUTURE DEVELOPMENT / PENGEMBANGAN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00297-2F9A-456C-B70C-3143ADBD816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2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23E6B-DB0E-AD8D-CB2E-9B9841A3F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75A597-093C-4107-CC94-EE737FB50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9B1D2-1749-1BBB-2220-7C504213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C361-02EC-4839-899E-0AD9CDB67F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36858-5CC0-A353-04CA-D62E77640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E437D-8D32-D9BD-BCDE-97903CD3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6F15-284F-4912-B76A-F16B658E4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70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B03E-7F58-C592-6A29-E5B23ECD3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12A29-278F-7755-FFE7-B7E1DC590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22300-8D31-904A-A116-6E4DAE779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C361-02EC-4839-899E-0AD9CDB67F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F4AF8-B2FE-2DDB-6F7C-98699A77F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920DE-B884-1729-18CF-66258A114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6F15-284F-4912-B76A-F16B658E4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1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8AAA0-B900-6862-531E-0F22A2693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3C156-D55F-92C0-C460-FD326967F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88011-69D9-E8AB-A30C-32C446E90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C361-02EC-4839-899E-0AD9CDB67F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17F21-E3BD-A7F5-01CF-9609A03C5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71808-BAE0-C8FD-69A5-8195FDB7A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6F15-284F-4912-B76A-F16B658E4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12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066C3-EA90-66BD-90E9-538563F5D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DBAE0-EEA3-525E-F604-275ABF214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DA001-12E2-D7EF-6D8D-CF93C0A62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46C39-23BC-917E-B524-EC33CF23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C361-02EC-4839-899E-0AD9CDB67F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97C40-A4BF-344E-B414-A3438A9A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A80E6-2E57-236D-D2D3-29B59F50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6F15-284F-4912-B76A-F16B658E4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14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AD5A1-B8F7-FF3D-76A1-8090766E0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0FA34-4048-8F7A-4CFC-25CAB2B2E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663E8-99C4-2A2C-7A6C-BF0069E51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4142B-2E15-EBF0-88B2-79C73807B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C7B3DA-5F96-5A45-0F17-BA04DFE7C0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C2ADC-2F44-145A-7920-3773DB489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C361-02EC-4839-899E-0AD9CDB67F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49738B-09FA-86E9-C8DB-B6086546A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F76F22-987E-F2A2-29E7-7ADCDF8B7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6F15-284F-4912-B76A-F16B658E4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63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A8100-4FB4-7B19-2877-2E19B3423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12C4E4-8F10-EC25-1111-41E6210B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C361-02EC-4839-899E-0AD9CDB67F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4FF5B-8CF8-8288-F629-D01F0209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58204-63D6-F6FE-62CD-B6489B600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6F15-284F-4912-B76A-F16B658E4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15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D8F522-9823-C833-D1FA-084D99741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C361-02EC-4839-899E-0AD9CDB67F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2C986-BCA2-EADB-6586-BFB57009B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03C69-F1D0-DED9-1E6C-D3BD0E823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6F15-284F-4912-B76A-F16B658E4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96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E4364-672F-29C9-65CD-ABD8E9ACA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4E0C9-3ABC-835B-8B98-D404C5A3F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72AA2-2B95-F16D-8AE0-F73589F87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46F3A-1B06-090A-AF0C-5F7BD0BF4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C361-02EC-4839-899E-0AD9CDB67F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598EC-CA51-D10E-87E3-297C9DA5B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3A7EC-14E2-2C61-6997-39620CEE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6F15-284F-4912-B76A-F16B658E4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658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54E29-851A-D31F-946D-F5D32675E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C5AEB7-BDD0-2C47-6B84-4E2C74CDC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02F9B-C9C5-603E-6529-740C5D354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A0981-EE7F-ECC6-6FF6-222FA5389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C361-02EC-4839-899E-0AD9CDB67F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D7A44-31F8-0911-0120-82D115D6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BF8E6-124B-8660-3E25-9516BA805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6F15-284F-4912-B76A-F16B658E4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9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BABBF-1B8F-7A38-3636-84CB8A7A3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3471B-9ECF-7059-A0EC-801886961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DAB60-5987-FE6E-B698-AC68FAE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C361-02EC-4839-899E-0AD9CDB67F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2FF3C-A1C0-2E89-BBE7-A108DCE06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D0393-642F-EFCD-36DA-1D8197CB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6F15-284F-4912-B76A-F16B658E4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1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403816-A0F0-5FB7-6F29-6BD7FD01C2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E4525E-92AE-5C96-182B-48469A09F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74776-62B4-1D07-C83B-16C2F9E42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C361-02EC-4839-899E-0AD9CDB67F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21F94-FFD1-09D8-88E2-EA9C7039B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4A66C-8D53-8639-B1F8-C6A988C2E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6F15-284F-4912-B76A-F16B658E4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7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C3D933-532C-8338-534D-44767F0D2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152D5-F944-9441-27BA-97611D8B2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C6A17-54F6-18DF-45D7-BAB7D01CA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38C361-02EC-4839-899E-0AD9CDB67FF2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7D6BF-616F-EF60-7694-CD20E4FDC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FECC0-51C6-EFFE-DD92-CBECB1601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A6F15-284F-4912-B76A-F16B658E4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05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21.pn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22.svg"/><Relationship Id="rId9" Type="http://schemas.microsoft.com/office/2007/relationships/diagramDrawing" Target="../diagrams/drawin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Earth Globe Americas">
            <a:extLst>
              <a:ext uri="{FF2B5EF4-FFF2-40B4-BE49-F238E27FC236}">
                <a16:creationId xmlns:a16="http://schemas.microsoft.com/office/drawing/2014/main" id="{5AE4E80D-DC52-28F7-903A-7395B1EFA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79856-6331-2309-E21A-DCE0CFA13C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2061" y="762538"/>
            <a:ext cx="5649349" cy="3199862"/>
          </a:xfrm>
        </p:spPr>
        <p:txBody>
          <a:bodyPr anchor="b">
            <a:normAutofit/>
          </a:bodyPr>
          <a:lstStyle/>
          <a:p>
            <a:pPr algn="l"/>
            <a:r>
              <a:rPr lang="en-US" sz="66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6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E-Commerce</a:t>
            </a:r>
            <a:br>
              <a:rPr lang="en-US" sz="6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“GOJIN.NET”.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2CDB3-3CE5-F703-3830-599896164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2061" y="4312561"/>
            <a:ext cx="5649349" cy="1687815"/>
          </a:xfrm>
        </p:spPr>
        <p:txBody>
          <a:bodyPr anchor="t">
            <a:normAutofit lnSpcReduction="10000"/>
          </a:bodyPr>
          <a:lstStyle/>
          <a:p>
            <a:pPr algn="l"/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Layanan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Internet RT/RW NET</a:t>
            </a:r>
          </a:p>
          <a:p>
            <a:pPr algn="l"/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Cepat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• Stabil •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Terjangkau</a:t>
            </a:r>
            <a:endParaRPr 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Ginanjar M Syarif | 251011750040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onnsiteX0" fmla="*/ 0 w 5303520"/>
              <a:gd name="connsiteY0" fmla="*/ 0 h 18288"/>
              <a:gd name="connsiteX1" fmla="*/ 556870 w 5303520"/>
              <a:gd name="connsiteY1" fmla="*/ 0 h 18288"/>
              <a:gd name="connsiteX2" fmla="*/ 1272845 w 5303520"/>
              <a:gd name="connsiteY2" fmla="*/ 0 h 18288"/>
              <a:gd name="connsiteX3" fmla="*/ 1882750 w 5303520"/>
              <a:gd name="connsiteY3" fmla="*/ 0 h 18288"/>
              <a:gd name="connsiteX4" fmla="*/ 2439619 w 5303520"/>
              <a:gd name="connsiteY4" fmla="*/ 0 h 18288"/>
              <a:gd name="connsiteX5" fmla="*/ 3155594 w 5303520"/>
              <a:gd name="connsiteY5" fmla="*/ 0 h 18288"/>
              <a:gd name="connsiteX6" fmla="*/ 3818534 w 5303520"/>
              <a:gd name="connsiteY6" fmla="*/ 0 h 18288"/>
              <a:gd name="connsiteX7" fmla="*/ 4481474 w 5303520"/>
              <a:gd name="connsiteY7" fmla="*/ 0 h 18288"/>
              <a:gd name="connsiteX8" fmla="*/ 5303520 w 5303520"/>
              <a:gd name="connsiteY8" fmla="*/ 0 h 18288"/>
              <a:gd name="connsiteX9" fmla="*/ 5303520 w 5303520"/>
              <a:gd name="connsiteY9" fmla="*/ 18288 h 18288"/>
              <a:gd name="connsiteX10" fmla="*/ 4746650 w 5303520"/>
              <a:gd name="connsiteY10" fmla="*/ 18288 h 18288"/>
              <a:gd name="connsiteX11" fmla="*/ 4242816 w 5303520"/>
              <a:gd name="connsiteY11" fmla="*/ 18288 h 18288"/>
              <a:gd name="connsiteX12" fmla="*/ 3526841 w 5303520"/>
              <a:gd name="connsiteY12" fmla="*/ 18288 h 18288"/>
              <a:gd name="connsiteX13" fmla="*/ 2969971 w 5303520"/>
              <a:gd name="connsiteY13" fmla="*/ 18288 h 18288"/>
              <a:gd name="connsiteX14" fmla="*/ 2253996 w 5303520"/>
              <a:gd name="connsiteY14" fmla="*/ 18288 h 18288"/>
              <a:gd name="connsiteX15" fmla="*/ 1484986 w 5303520"/>
              <a:gd name="connsiteY15" fmla="*/ 18288 h 18288"/>
              <a:gd name="connsiteX16" fmla="*/ 875081 w 5303520"/>
              <a:gd name="connsiteY16" fmla="*/ 18288 h 18288"/>
              <a:gd name="connsiteX17" fmla="*/ 0 w 5303520"/>
              <a:gd name="connsiteY17" fmla="*/ 18288 h 18288"/>
              <a:gd name="connsiteX18" fmla="*/ 0 w 530352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30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30892DD1-1BBE-8337-919D-9863CBAE714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extBox 2">
            <a:extLst>
              <a:ext uri="{FF2B5EF4-FFF2-40B4-BE49-F238E27FC236}">
                <a16:creationId xmlns:a16="http://schemas.microsoft.com/office/drawing/2014/main" id="{709C555F-D0DC-2EB5-ABA6-5B54EA4C9E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48542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61298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2" name="TextBox 2">
            <a:extLst>
              <a:ext uri="{FF2B5EF4-FFF2-40B4-BE49-F238E27FC236}">
                <a16:creationId xmlns:a16="http://schemas.microsoft.com/office/drawing/2014/main" id="{878CB37F-C9E5-991B-1730-1370EBB6F6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302897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980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2E609E0-29E4-5216-3472-3986672842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486074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596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angle 245">
            <a:extLst>
              <a:ext uri="{FF2B5EF4-FFF2-40B4-BE49-F238E27FC236}">
                <a16:creationId xmlns:a16="http://schemas.microsoft.com/office/drawing/2014/main" id="{1519F62F-011B-3705-B68D-84EE12008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331238" y="4608"/>
            <a:ext cx="1519350" cy="12202174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53B32613-9F83-4280-1DD4-5B9498DC2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8906919" y="3574177"/>
            <a:ext cx="1507122" cy="5063040"/>
          </a:xfrm>
          <a:prstGeom prst="rect">
            <a:avLst/>
          </a:prstGeom>
          <a:gradFill>
            <a:gsLst>
              <a:gs pos="4400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2B078C4F-1AED-2A23-4A2C-F5A0AF176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3921534" y="1414309"/>
            <a:ext cx="1519355" cy="9382775"/>
          </a:xfrm>
          <a:prstGeom prst="rect">
            <a:avLst/>
          </a:prstGeom>
          <a:gradFill>
            <a:gsLst>
              <a:gs pos="1000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987C0-CF2C-774D-C5FA-FA4687339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5614"/>
            <a:ext cx="6848154" cy="913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Product Preview</a:t>
            </a:r>
            <a:br>
              <a:rPr lang="en-US" sz="1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FFFF"/>
                </a:solidFill>
              </a:rPr>
              <a:t>“Website </a:t>
            </a:r>
            <a:r>
              <a:rPr lang="en-US" sz="1800" dirty="0" err="1">
                <a:solidFill>
                  <a:srgbClr val="FFFFFF"/>
                </a:solidFill>
              </a:rPr>
              <a:t>ini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digunakan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untuk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promosi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layanan</a:t>
            </a:r>
            <a:r>
              <a:rPr lang="en-US" sz="1800" dirty="0">
                <a:solidFill>
                  <a:srgbClr val="FFFFFF"/>
                </a:solidFill>
              </a:rPr>
              <a:t> dan </a:t>
            </a:r>
            <a:r>
              <a:rPr lang="en-US" sz="1800" dirty="0" err="1">
                <a:solidFill>
                  <a:srgbClr val="FFFFFF"/>
                </a:solidFill>
              </a:rPr>
              <a:t>menampilkan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paket</a:t>
            </a:r>
            <a:r>
              <a:rPr lang="en-US" sz="1800" dirty="0">
                <a:solidFill>
                  <a:srgbClr val="FFFFFF"/>
                </a:solidFill>
              </a:rPr>
              <a:t> internet </a:t>
            </a:r>
            <a:r>
              <a:rPr lang="en-US" sz="1800" dirty="0" err="1">
                <a:solidFill>
                  <a:srgbClr val="FFFFFF"/>
                </a:solidFill>
              </a:rPr>
              <a:t>kepada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pelanggan</a:t>
            </a:r>
            <a:r>
              <a:rPr lang="en-US" sz="1800" dirty="0">
                <a:solidFill>
                  <a:srgbClr val="FFFFFF"/>
                </a:solidFill>
              </a:rPr>
              <a:t>.”</a:t>
            </a:r>
          </a:p>
        </p:txBody>
      </p:sp>
      <p:pic>
        <p:nvPicPr>
          <p:cNvPr id="39" name="Content Placeholder 38">
            <a:extLst>
              <a:ext uri="{FF2B5EF4-FFF2-40B4-BE49-F238E27FC236}">
                <a16:creationId xmlns:a16="http://schemas.microsoft.com/office/drawing/2014/main" id="{F47B520B-B49D-153B-180B-A0859E328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7" r="19976" b="-2"/>
          <a:stretch>
            <a:fillRect/>
          </a:stretch>
        </p:blipFill>
        <p:spPr>
          <a:xfrm>
            <a:off x="8786135" y="1414501"/>
            <a:ext cx="3201864" cy="2084333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97D98F3-9ACD-1AF8-0BF2-A0D772826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9" b="9739"/>
          <a:stretch>
            <a:fillRect/>
          </a:stretch>
        </p:blipFill>
        <p:spPr>
          <a:xfrm>
            <a:off x="204001" y="1185225"/>
            <a:ext cx="2939897" cy="2403215"/>
          </a:xfrm>
          <a:prstGeom prst="rect">
            <a:avLst/>
          </a:prstGeom>
        </p:spPr>
      </p:pic>
      <p:pic>
        <p:nvPicPr>
          <p:cNvPr id="42" name="Content Placeholder 41">
            <a:extLst>
              <a:ext uri="{FF2B5EF4-FFF2-40B4-BE49-F238E27FC236}">
                <a16:creationId xmlns:a16="http://schemas.microsoft.com/office/drawing/2014/main" id="{E0387CEC-BEFB-B925-D4C7-1D266A2A4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072" y="1029621"/>
            <a:ext cx="5946032" cy="285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455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A60EEC-F5C4-23B3-C40F-5ED62935C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 Monitoring System</a:t>
            </a:r>
            <a:b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“Dashboard ini digunakan untuk monitoring pelanggan, jaringan, dan transaksi secara Real-time”.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8AF42B2-AF08-7EF6-7A81-9D2433A6A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363" y="1966293"/>
            <a:ext cx="9227273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18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Graphic 20" descr="Computer">
            <a:extLst>
              <a:ext uri="{FF2B5EF4-FFF2-40B4-BE49-F238E27FC236}">
                <a16:creationId xmlns:a16="http://schemas.microsoft.com/office/drawing/2014/main" id="{3A199DB7-8257-511B-914B-1D64400523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graphicFrame>
        <p:nvGraphicFramePr>
          <p:cNvPr id="47" name="TextBox 21">
            <a:extLst>
              <a:ext uri="{FF2B5EF4-FFF2-40B4-BE49-F238E27FC236}">
                <a16:creationId xmlns:a16="http://schemas.microsoft.com/office/drawing/2014/main" id="{31A9FAC3-ACBA-C232-F6FA-3B84D4141DD0}"/>
              </a:ext>
            </a:extLst>
          </p:cNvPr>
          <p:cNvGraphicFramePr/>
          <p:nvPr/>
        </p:nvGraphicFramePr>
        <p:xfrm>
          <a:off x="5894962" y="1984443"/>
          <a:ext cx="5458838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490837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B2100A-D1A9-306E-CBB1-B80A7712610B}"/>
              </a:ext>
            </a:extLst>
          </p:cNvPr>
          <p:cNvSpPr txBox="1"/>
          <p:nvPr/>
        </p:nvSpPr>
        <p:spPr>
          <a:xfrm>
            <a:off x="1137034" y="2194102"/>
            <a:ext cx="315874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MikroTik Router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PPPoE &amp; Hotspot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Web Dashboard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Database </a:t>
            </a:r>
            <a:endParaRPr lang="en-US" sz="2000" dirty="0"/>
          </a:p>
        </p:txBody>
      </p:sp>
      <p:pic>
        <p:nvPicPr>
          <p:cNvPr id="5" name="Picture 4" descr="Ethernet cables connected to a networking patch">
            <a:extLst>
              <a:ext uri="{FF2B5EF4-FFF2-40B4-BE49-F238E27FC236}">
                <a16:creationId xmlns:a16="http://schemas.microsoft.com/office/drawing/2014/main" id="{45349F81-16F4-A00C-6835-4A1DF59B4E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12" r="3" b="2516"/>
          <a:stretch>
            <a:fillRect/>
          </a:stretch>
        </p:blipFill>
        <p:spPr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87619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1"/>
            <a:ext cx="12191990" cy="37425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8935712-0273-A25C-0948-11D232D7D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8" y="637763"/>
            <a:ext cx="9889797" cy="287447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1. Pelanggan daftar</a:t>
            </a:r>
            <a:b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2. Pilih paket internet</a:t>
            </a:r>
            <a:b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 Instalasi jaringan</a:t>
            </a:r>
            <a:b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 Aktivasi (PPPoE / Hotspot)</a:t>
            </a:r>
            <a:b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 Pembayaran bulanan</a:t>
            </a:r>
            <a:b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6. Monitoring oleh admin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3742597"/>
            <a:ext cx="12191990" cy="3115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1C78868-33F4-27CE-34B3-CA971F837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5558" y="4307684"/>
            <a:ext cx="9544153" cy="19068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“Alur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bisnis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dimulai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dari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pelanggan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mendaftar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memilih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paket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kemudian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dilakukan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instalasi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dan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aktivasi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Selanjutnya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pelanggan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melakukan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pembayaran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bulanan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dan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sistem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digunakan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untuk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monitoring.”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1180" y="41010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50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D3FF5B-7F0C-01C3-CDD8-9E5ED6814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9" y="637762"/>
            <a:ext cx="289956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“Ke depannya sistem ini dapat dikembangkan dengan integrasi MikroTik secara real-time dan sistem pembayaran otomatis.”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C7851D-D0F0-CB31-8D13-FAED28164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44775" y="637762"/>
            <a:ext cx="5600580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Integrasi dengan MikroTik (real-time) </a:t>
            </a:r>
          </a:p>
          <a:p>
            <a:r>
              <a:rPr lang="en-US" sz="3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Payment gateway (otomatis) </a:t>
            </a:r>
          </a:p>
          <a:p>
            <a:r>
              <a:rPr lang="en-US" sz="3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Notifikasi pelanggan </a:t>
            </a:r>
          </a:p>
          <a:p>
            <a:r>
              <a:rPr lang="en-US" sz="3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Deploy ke server publik </a:t>
            </a:r>
          </a:p>
          <a:p>
            <a:endParaRPr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5857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247</Words>
  <Application>Microsoft Office PowerPoint</Application>
  <PresentationFormat>Widescreen</PresentationFormat>
  <Paragraphs>52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Sistem E-Commerce “GOJIN.NET”.</vt:lpstr>
      <vt:lpstr>PowerPoint Presentation</vt:lpstr>
      <vt:lpstr>PowerPoint Presentation</vt:lpstr>
      <vt:lpstr>PowerPoint Presentation</vt:lpstr>
      <vt:lpstr>Product Preview “Website ini digunakan untuk promosi layanan dan menampilkan paket internet kepada pelanggan.”</vt:lpstr>
      <vt:lpstr>Dashboard Monitoring System “Dashboard ini digunakan untuk monitoring pelanggan, jaringan, dan transaksi secara Real-time”.</vt:lpstr>
      <vt:lpstr>PowerPoint Presentation</vt:lpstr>
      <vt:lpstr>PowerPoint Presentation</vt:lpstr>
      <vt:lpstr>1. Pelanggan daftar 2. Pilih paket internet 3. Instalasi jaringan 4. Aktivasi (PPPoE / Hotspot) 5. Pembayaran bulanan 6. Monitoring oleh admin</vt:lpstr>
      <vt:lpstr>“Ke depannya sistem ini dapat dikembangkan dengan integrasi MikroTik secara real-time dan sistem pembayaran otomatis.”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E-Commerce “GOJIN.NET”.</dc:title>
  <dc:creator>Ginanjar Jar</dc:creator>
  <cp:lastModifiedBy>ginanjar syarif</cp:lastModifiedBy>
  <cp:revision>2</cp:revision>
  <dcterms:created xsi:type="dcterms:W3CDTF">2026-06-21T06:08:04Z</dcterms:created>
  <dcterms:modified xsi:type="dcterms:W3CDTF">2026-06-25T12:03:14Z</dcterms:modified>
</cp:coreProperties>
</file>