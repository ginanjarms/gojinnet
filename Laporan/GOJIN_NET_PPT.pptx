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1794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GOJIN.NET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err="1"/>
              <a:t>Layanan</a:t>
            </a:r>
            <a:r>
              <a:rPr dirty="0"/>
              <a:t> Internet RT/RW Net</a:t>
            </a:r>
          </a:p>
          <a:p>
            <a:r>
              <a:rPr dirty="0" err="1"/>
              <a:t>Cepat</a:t>
            </a:r>
            <a:r>
              <a:rPr dirty="0"/>
              <a:t> </a:t>
            </a:r>
            <a:r>
              <a:rPr lang="en-US" dirty="0"/>
              <a:t>, </a:t>
            </a:r>
            <a:r>
              <a:rPr dirty="0"/>
              <a:t>Stabil</a:t>
            </a:r>
            <a:r>
              <a:rPr lang="en-US" dirty="0"/>
              <a:t>, </a:t>
            </a:r>
            <a:r>
              <a:rPr dirty="0"/>
              <a:t> </a:t>
            </a:r>
            <a:r>
              <a:rPr dirty="0" err="1"/>
              <a:t>Terjangkau</a:t>
            </a:r>
            <a:endParaRPr dirty="0"/>
          </a:p>
          <a:p>
            <a:r>
              <a:rPr dirty="0" err="1"/>
              <a:t>Berbasis</a:t>
            </a:r>
            <a:r>
              <a:rPr dirty="0"/>
              <a:t> Monitoring System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Banyak area belum terjangkau ISP besar</a:t>
            </a:r>
          </a:p>
          <a:p>
            <a:r>
              <a:t>Pengelolaan RT/RW Net masih manual</a:t>
            </a:r>
          </a:p>
          <a:p>
            <a:r>
              <a:t>Sulit monitoring &amp; pencatatan pembayaran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GOJIN.NET menyediakan layanan internet lokal</a:t>
            </a:r>
          </a:p>
          <a:p>
            <a:r>
              <a:t>Didukung sistem monitoring</a:t>
            </a:r>
          </a:p>
          <a:p>
            <a:r>
              <a:t>Manajemen pelanggan &amp; pembayaran lebih efisien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Product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Internet Rumah</a:t>
            </a:r>
          </a:p>
          <a:p>
            <a:r>
              <a:t>Internet UMKM</a:t>
            </a:r>
          </a:p>
          <a:p>
            <a:r>
              <a:t>Internet Kantor</a:t>
            </a:r>
          </a:p>
          <a:p>
            <a:r>
              <a:t>Monitoring PPPoE &amp; Hotspot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Berlangganan bulanan</a:t>
            </a:r>
          </a:p>
          <a:p>
            <a:r>
              <a:t>10 Mbps - Rp 100.000</a:t>
            </a:r>
          </a:p>
          <a:p>
            <a:r>
              <a:t>20 Mbps - Rp 150.000</a:t>
            </a:r>
          </a:p>
          <a:p>
            <a:r>
              <a:t>30 Mbps - Rp 200.000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Router MikroTik</a:t>
            </a:r>
          </a:p>
          <a:p>
            <a:r>
              <a:t>PPPoE &amp; Hotspot</a:t>
            </a:r>
          </a:p>
          <a:p>
            <a:r>
              <a:t>Dashboard Monitoring</a:t>
            </a:r>
          </a:p>
          <a:p>
            <a:r>
              <a:t>Database MySQL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Dashboard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Monitoring user aktif</a:t>
            </a:r>
          </a:p>
          <a:p>
            <a:r>
              <a:t>Tracking pembayaran</a:t>
            </a:r>
          </a:p>
          <a:p>
            <a:r>
              <a:t>Manajemen pelanggan</a:t>
            </a:r>
          </a:p>
          <a:p>
            <a:r>
              <a:t>Laporan pendapatan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Market Opportunity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Target: Perumahan &amp; UMKM</a:t>
            </a:r>
          </a:p>
          <a:p>
            <a:r>
              <a:t>Kebutuhan internet terus meningkat</a:t>
            </a:r>
          </a:p>
          <a:p>
            <a:r>
              <a:t>Peluang bisnis lokal besar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Competitive Advantage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Harga lebih terjangkau</a:t>
            </a:r>
          </a:p>
          <a:p>
            <a:r>
              <a:t>Respon cepat (lokal)</a:t>
            </a:r>
          </a:p>
          <a:p>
            <a:r>
              <a:t>Monitoring sistem sendiri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Bisnis utama: layanan internet</a:t>
            </a:r>
          </a:p>
          <a:p>
            <a:r>
              <a:t>Sistem sebagai alat bantu</a:t>
            </a:r>
          </a:p>
          <a:p>
            <a:r>
              <a:t>Siap dikembangkan ke skala lebih besar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148</Words>
  <Application>Microsoft Office PowerPoint</Application>
  <PresentationFormat>On-screen Show (4:3)</PresentationFormat>
  <Paragraphs>44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GOJIN.NET</vt:lpstr>
      <vt:lpstr>Problem</vt:lpstr>
      <vt:lpstr>Solution</vt:lpstr>
      <vt:lpstr>Product</vt:lpstr>
      <vt:lpstr>Business Model</vt:lpstr>
      <vt:lpstr>Technology</vt:lpstr>
      <vt:lpstr>System Dashboard</vt:lpstr>
      <vt:lpstr>Market Opportunity</vt:lpstr>
      <vt:lpstr>Competitive Advantage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Ginanjar Jar</cp:lastModifiedBy>
  <cp:revision>2</cp:revision>
  <dcterms:created xsi:type="dcterms:W3CDTF">2013-01-27T09:14:16Z</dcterms:created>
  <dcterms:modified xsi:type="dcterms:W3CDTF">2026-06-21T06:02:03Z</dcterms:modified>
  <cp:category/>
</cp:coreProperties>
</file>